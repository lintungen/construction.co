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1" r:id="rId1"/>
  </p:sldMasterIdLst>
  <p:notesMasterIdLst>
    <p:notesMasterId r:id="rId12"/>
  </p:notesMasterIdLst>
  <p:sldIdLst>
    <p:sldId id="256" r:id="rId2"/>
    <p:sldId id="298" r:id="rId3"/>
    <p:sldId id="259" r:id="rId4"/>
    <p:sldId id="260" r:id="rId5"/>
    <p:sldId id="281" r:id="rId6"/>
    <p:sldId id="261" r:id="rId7"/>
    <p:sldId id="295" r:id="rId8"/>
    <p:sldId id="296" r:id="rId9"/>
    <p:sldId id="273" r:id="rId10"/>
    <p:sldId id="271" r:id="rId11"/>
  </p:sldIdLst>
  <p:sldSz cx="9144000" cy="5143500" type="screen16x9"/>
  <p:notesSz cx="6858000" cy="9144000"/>
  <p:embeddedFontLst>
    <p:embeddedFont>
      <p:font typeface="微軟正黑體" panose="020B0604030504040204" pitchFamily="34" charset="-120"/>
      <p:regular r:id="rId13"/>
      <p:bold r:id="rId14"/>
    </p:embeddedFont>
    <p:embeddedFont>
      <p:font typeface="Amatic SC" panose="00000500000000000000" pitchFamily="2" charset="-79"/>
      <p:regular r:id="rId15"/>
      <p:bold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MS Gothic" panose="020B0609070205080204" pitchFamily="49" charset="-128"/>
      <p:regular r:id="rId21"/>
    </p:embeddedFont>
    <p:embeddedFont>
      <p:font typeface="Nunito" pitchFamily="2" charset="0"/>
      <p:regular r:id="rId22"/>
      <p:bold r:id="rId23"/>
      <p:italic r:id="rId24"/>
      <p:boldItalic r:id="rId25"/>
    </p:embeddedFont>
    <p:embeddedFont>
      <p:font typeface="Nunito SemiBold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C0C35A8-31EE-4B06-98D1-F3640B604409}">
  <a:tblStyle styleId="{2C0C35A8-31EE-4B06-98D1-F3640B60440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12D37EB-A914-4A42-9CBE-EA1083F15C1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33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c23619324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c23619324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c23619324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c23619324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39267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9643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accen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82225" y="778096"/>
            <a:ext cx="7579546" cy="3864638"/>
          </a:xfrm>
          <a:custGeom>
            <a:avLst/>
            <a:gdLst/>
            <a:ahLst/>
            <a:cxnLst/>
            <a:rect l="l" t="t" r="r" b="b"/>
            <a:pathLst>
              <a:path w="3592202" h="1831582" extrusionOk="0">
                <a:moveTo>
                  <a:pt x="3554475" y="588873"/>
                </a:moveTo>
                <a:cubicBezTo>
                  <a:pt x="3581881" y="-89254"/>
                  <a:pt x="2593478" y="24995"/>
                  <a:pt x="2107652" y="528"/>
                </a:cubicBezTo>
                <a:cubicBezTo>
                  <a:pt x="1659207" y="-4515"/>
                  <a:pt x="1181252" y="27319"/>
                  <a:pt x="750347" y="64701"/>
                </a:cubicBezTo>
                <a:cubicBezTo>
                  <a:pt x="-8045" y="130474"/>
                  <a:pt x="40101" y="825724"/>
                  <a:pt x="6973" y="1349129"/>
                </a:cubicBezTo>
                <a:cubicBezTo>
                  <a:pt x="-5853" y="1475480"/>
                  <a:pt x="-13088" y="1628228"/>
                  <a:pt x="99056" y="1715663"/>
                </a:cubicBezTo>
                <a:cubicBezTo>
                  <a:pt x="135341" y="1744165"/>
                  <a:pt x="181120" y="1758789"/>
                  <a:pt x="226394" y="1766090"/>
                </a:cubicBezTo>
                <a:cubicBezTo>
                  <a:pt x="547610" y="1798407"/>
                  <a:pt x="870976" y="1810947"/>
                  <a:pt x="1193749" y="1821405"/>
                </a:cubicBezTo>
                <a:cubicBezTo>
                  <a:pt x="1869266" y="1838945"/>
                  <a:pt x="2634630" y="1839954"/>
                  <a:pt x="3306903" y="1773939"/>
                </a:cubicBezTo>
                <a:cubicBezTo>
                  <a:pt x="3542965" y="1713230"/>
                  <a:pt x="3574777" y="1531804"/>
                  <a:pt x="3589730" y="1335448"/>
                </a:cubicBezTo>
                <a:cubicBezTo>
                  <a:pt x="3601744" y="1168470"/>
                  <a:pt x="3566731" y="755807"/>
                  <a:pt x="3554475" y="5888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794256" y="560052"/>
            <a:ext cx="7399177" cy="3910731"/>
          </a:xfrm>
          <a:custGeom>
            <a:avLst/>
            <a:gdLst/>
            <a:ahLst/>
            <a:cxnLst/>
            <a:rect l="l" t="t" r="r" b="b"/>
            <a:pathLst>
              <a:path w="3506719" h="1853427" extrusionOk="0">
                <a:moveTo>
                  <a:pt x="3499305" y="1166353"/>
                </a:moveTo>
                <a:cubicBezTo>
                  <a:pt x="3487751" y="941889"/>
                  <a:pt x="3482379" y="741016"/>
                  <a:pt x="3468150" y="516750"/>
                </a:cubicBezTo>
                <a:cubicBezTo>
                  <a:pt x="3459578" y="392635"/>
                  <a:pt x="3434540" y="262425"/>
                  <a:pt x="3343926" y="170342"/>
                </a:cubicBezTo>
                <a:cubicBezTo>
                  <a:pt x="3249760" y="74400"/>
                  <a:pt x="3105299" y="78500"/>
                  <a:pt x="2981184" y="57847"/>
                </a:cubicBezTo>
                <a:cubicBezTo>
                  <a:pt x="2181223" y="-47983"/>
                  <a:pt x="1370738" y="7114"/>
                  <a:pt x="571983" y="97465"/>
                </a:cubicBezTo>
                <a:cubicBezTo>
                  <a:pt x="583142" y="79706"/>
                  <a:pt x="597415" y="64118"/>
                  <a:pt x="614122" y="51423"/>
                </a:cubicBezTo>
                <a:cubicBezTo>
                  <a:pt x="621729" y="45657"/>
                  <a:pt x="614122" y="33314"/>
                  <a:pt x="606317" y="39277"/>
                </a:cubicBezTo>
                <a:cubicBezTo>
                  <a:pt x="584019" y="56115"/>
                  <a:pt x="565669" y="77601"/>
                  <a:pt x="552470" y="102223"/>
                </a:cubicBezTo>
                <a:cubicBezTo>
                  <a:pt x="551023" y="104503"/>
                  <a:pt x="551176" y="107419"/>
                  <a:pt x="552843" y="109545"/>
                </a:cubicBezTo>
                <a:cubicBezTo>
                  <a:pt x="552996" y="111124"/>
                  <a:pt x="553654" y="112615"/>
                  <a:pt x="554728" y="113799"/>
                </a:cubicBezTo>
                <a:cubicBezTo>
                  <a:pt x="574416" y="135921"/>
                  <a:pt x="597985" y="154271"/>
                  <a:pt x="624273" y="167908"/>
                </a:cubicBezTo>
                <a:cubicBezTo>
                  <a:pt x="632429" y="172162"/>
                  <a:pt x="639401" y="158700"/>
                  <a:pt x="631025" y="154315"/>
                </a:cubicBezTo>
                <a:cubicBezTo>
                  <a:pt x="609956" y="143265"/>
                  <a:pt x="590728" y="129014"/>
                  <a:pt x="574021" y="112067"/>
                </a:cubicBezTo>
                <a:cubicBezTo>
                  <a:pt x="1426426" y="15774"/>
                  <a:pt x="2294047" y="-40901"/>
                  <a:pt x="3145004" y="97048"/>
                </a:cubicBezTo>
                <a:cubicBezTo>
                  <a:pt x="3209331" y="107550"/>
                  <a:pt x="3269536" y="123884"/>
                  <a:pt x="3319414" y="167886"/>
                </a:cubicBezTo>
                <a:cubicBezTo>
                  <a:pt x="3474552" y="310265"/>
                  <a:pt x="3450632" y="540604"/>
                  <a:pt x="3463897" y="732531"/>
                </a:cubicBezTo>
                <a:cubicBezTo>
                  <a:pt x="3470474" y="878856"/>
                  <a:pt x="3477052" y="1001085"/>
                  <a:pt x="3483783" y="1147410"/>
                </a:cubicBezTo>
                <a:cubicBezTo>
                  <a:pt x="3501191" y="1385138"/>
                  <a:pt x="3525965" y="1744218"/>
                  <a:pt x="3230532" y="1813916"/>
                </a:cubicBezTo>
                <a:cubicBezTo>
                  <a:pt x="3161470" y="1826939"/>
                  <a:pt x="3088899" y="1823212"/>
                  <a:pt x="3018938" y="1824396"/>
                </a:cubicBezTo>
                <a:cubicBezTo>
                  <a:pt x="2066294" y="1838384"/>
                  <a:pt x="1110998" y="1858664"/>
                  <a:pt x="159779" y="1795412"/>
                </a:cubicBezTo>
                <a:cubicBezTo>
                  <a:pt x="96198" y="1786642"/>
                  <a:pt x="52897" y="1750883"/>
                  <a:pt x="37988" y="1686381"/>
                </a:cubicBezTo>
                <a:cubicBezTo>
                  <a:pt x="23014" y="1627185"/>
                  <a:pt x="28429" y="1563604"/>
                  <a:pt x="29218" y="1503201"/>
                </a:cubicBezTo>
                <a:cubicBezTo>
                  <a:pt x="32288" y="1285666"/>
                  <a:pt x="37769" y="1068196"/>
                  <a:pt x="45640" y="850771"/>
                </a:cubicBezTo>
                <a:cubicBezTo>
                  <a:pt x="67279" y="849039"/>
                  <a:pt x="84052" y="831170"/>
                  <a:pt x="84403" y="809465"/>
                </a:cubicBezTo>
                <a:cubicBezTo>
                  <a:pt x="84775" y="785085"/>
                  <a:pt x="61119" y="766449"/>
                  <a:pt x="37528" y="771382"/>
                </a:cubicBezTo>
                <a:cubicBezTo>
                  <a:pt x="-10202" y="773070"/>
                  <a:pt x="-12460" y="837024"/>
                  <a:pt x="31082" y="849280"/>
                </a:cubicBezTo>
                <a:cubicBezTo>
                  <a:pt x="22860" y="1075914"/>
                  <a:pt x="17248" y="1302614"/>
                  <a:pt x="14222" y="1529401"/>
                </a:cubicBezTo>
                <a:cubicBezTo>
                  <a:pt x="6724" y="1697563"/>
                  <a:pt x="25184" y="1816372"/>
                  <a:pt x="222900" y="1815955"/>
                </a:cubicBezTo>
                <a:cubicBezTo>
                  <a:pt x="1165853" y="1869451"/>
                  <a:pt x="2110823" y="1854630"/>
                  <a:pt x="3054653" y="1838559"/>
                </a:cubicBezTo>
                <a:cubicBezTo>
                  <a:pt x="3124352" y="1837376"/>
                  <a:pt x="3196834" y="1840752"/>
                  <a:pt x="3264427" y="1820822"/>
                </a:cubicBezTo>
                <a:cubicBezTo>
                  <a:pt x="3445173" y="1765222"/>
                  <a:pt x="3508426" y="1558539"/>
                  <a:pt x="3506606" y="1387089"/>
                </a:cubicBezTo>
                <a:cubicBezTo>
                  <a:pt x="3507527" y="1313642"/>
                  <a:pt x="3502637" y="1239910"/>
                  <a:pt x="3499305" y="1166353"/>
                </a:cubicBezTo>
                <a:close/>
                <a:moveTo>
                  <a:pt x="14683" y="811175"/>
                </a:moveTo>
                <a:cubicBezTo>
                  <a:pt x="12863" y="794424"/>
                  <a:pt x="28933" y="781270"/>
                  <a:pt x="44807" y="788066"/>
                </a:cubicBezTo>
                <a:cubicBezTo>
                  <a:pt x="47241" y="789162"/>
                  <a:pt x="50112" y="788768"/>
                  <a:pt x="52152" y="787036"/>
                </a:cubicBezTo>
                <a:cubicBezTo>
                  <a:pt x="78987" y="795301"/>
                  <a:pt x="73002" y="833713"/>
                  <a:pt x="45815" y="836191"/>
                </a:cubicBezTo>
                <a:cubicBezTo>
                  <a:pt x="30424" y="837594"/>
                  <a:pt x="16656" y="826588"/>
                  <a:pt x="14683" y="81124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7460343" y="542436"/>
            <a:ext cx="814257" cy="1022479"/>
          </a:xfrm>
          <a:custGeom>
            <a:avLst/>
            <a:gdLst/>
            <a:ahLst/>
            <a:cxnLst/>
            <a:rect l="l" t="t" r="r" b="b"/>
            <a:pathLst>
              <a:path w="385904" h="484587" extrusionOk="0">
                <a:moveTo>
                  <a:pt x="316148" y="219239"/>
                </a:moveTo>
                <a:cubicBezTo>
                  <a:pt x="261491" y="116194"/>
                  <a:pt x="157744" y="32311"/>
                  <a:pt x="38101" y="26786"/>
                </a:cubicBezTo>
                <a:cubicBezTo>
                  <a:pt x="47463" y="22510"/>
                  <a:pt x="56935" y="18432"/>
                  <a:pt x="66471" y="14530"/>
                </a:cubicBezTo>
                <a:cubicBezTo>
                  <a:pt x="75241" y="10978"/>
                  <a:pt x="71273" y="-3010"/>
                  <a:pt x="62086" y="586"/>
                </a:cubicBezTo>
                <a:cubicBezTo>
                  <a:pt x="42552" y="8566"/>
                  <a:pt x="23390" y="17336"/>
                  <a:pt x="4578" y="26895"/>
                </a:cubicBezTo>
                <a:cubicBezTo>
                  <a:pt x="-2854" y="30645"/>
                  <a:pt x="-508" y="42440"/>
                  <a:pt x="6398" y="41585"/>
                </a:cubicBezTo>
                <a:cubicBezTo>
                  <a:pt x="7473" y="41870"/>
                  <a:pt x="8591" y="41957"/>
                  <a:pt x="9709" y="41826"/>
                </a:cubicBezTo>
                <a:cubicBezTo>
                  <a:pt x="22162" y="48710"/>
                  <a:pt x="33190" y="57875"/>
                  <a:pt x="42267" y="68837"/>
                </a:cubicBezTo>
                <a:cubicBezTo>
                  <a:pt x="48231" y="76094"/>
                  <a:pt x="60618" y="67368"/>
                  <a:pt x="54786" y="60265"/>
                </a:cubicBezTo>
                <a:cubicBezTo>
                  <a:pt x="49217" y="53468"/>
                  <a:pt x="42990" y="47241"/>
                  <a:pt x="36216" y="41650"/>
                </a:cubicBezTo>
                <a:cubicBezTo>
                  <a:pt x="257544" y="58730"/>
                  <a:pt x="357411" y="281133"/>
                  <a:pt x="371135" y="478147"/>
                </a:cubicBezTo>
                <a:cubicBezTo>
                  <a:pt x="372034" y="487859"/>
                  <a:pt x="386723" y="485952"/>
                  <a:pt x="385869" y="476678"/>
                </a:cubicBezTo>
                <a:cubicBezTo>
                  <a:pt x="377756" y="387730"/>
                  <a:pt x="358704" y="298409"/>
                  <a:pt x="316148" y="21923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8121968" y="821005"/>
            <a:ext cx="185720" cy="335821"/>
          </a:xfrm>
          <a:custGeom>
            <a:avLst/>
            <a:gdLst/>
            <a:ahLst/>
            <a:cxnLst/>
            <a:rect l="l" t="t" r="r" b="b"/>
            <a:pathLst>
              <a:path w="88019" h="159157" extrusionOk="0">
                <a:moveTo>
                  <a:pt x="87774" y="149186"/>
                </a:moveTo>
                <a:cubicBezTo>
                  <a:pt x="74290" y="95537"/>
                  <a:pt x="49098" y="45526"/>
                  <a:pt x="14041" y="2730"/>
                </a:cubicBezTo>
                <a:cubicBezTo>
                  <a:pt x="8078" y="-4527"/>
                  <a:pt x="-4309" y="4199"/>
                  <a:pt x="1522" y="11302"/>
                </a:cubicBezTo>
                <a:cubicBezTo>
                  <a:pt x="35835" y="53069"/>
                  <a:pt x="60478" y="101916"/>
                  <a:pt x="73676" y="154338"/>
                </a:cubicBezTo>
                <a:cubicBezTo>
                  <a:pt x="76044" y="163678"/>
                  <a:pt x="90032" y="158065"/>
                  <a:pt x="87774" y="14918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2947917" y="505266"/>
            <a:ext cx="831121" cy="96144"/>
          </a:xfrm>
          <a:custGeom>
            <a:avLst/>
            <a:gdLst/>
            <a:ahLst/>
            <a:cxnLst/>
            <a:rect l="l" t="t" r="r" b="b"/>
            <a:pathLst>
              <a:path w="393896" h="45566" extrusionOk="0">
                <a:moveTo>
                  <a:pt x="386461" y="1"/>
                </a:moveTo>
                <a:cubicBezTo>
                  <a:pt x="259364" y="2172"/>
                  <a:pt x="132531" y="12432"/>
                  <a:pt x="6750" y="30696"/>
                </a:cubicBezTo>
                <a:cubicBezTo>
                  <a:pt x="-2393" y="32011"/>
                  <a:pt x="-2305" y="46876"/>
                  <a:pt x="7364" y="45473"/>
                </a:cubicBezTo>
                <a:cubicBezTo>
                  <a:pt x="133145" y="27210"/>
                  <a:pt x="259978" y="16949"/>
                  <a:pt x="387053" y="14778"/>
                </a:cubicBezTo>
                <a:cubicBezTo>
                  <a:pt x="396349" y="14647"/>
                  <a:pt x="396196" y="-152"/>
                  <a:pt x="38646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3868218" y="487291"/>
            <a:ext cx="278364" cy="43099"/>
          </a:xfrm>
          <a:custGeom>
            <a:avLst/>
            <a:gdLst/>
            <a:ahLst/>
            <a:cxnLst/>
            <a:rect l="l" t="t" r="r" b="b"/>
            <a:pathLst>
              <a:path w="131926" h="20426" extrusionOk="0">
                <a:moveTo>
                  <a:pt x="124504" y="198"/>
                </a:moveTo>
                <a:cubicBezTo>
                  <a:pt x="85193" y="-635"/>
                  <a:pt x="45860" y="1163"/>
                  <a:pt x="6791" y="5570"/>
                </a:cubicBezTo>
                <a:cubicBezTo>
                  <a:pt x="-2417" y="6622"/>
                  <a:pt x="-2308" y="21465"/>
                  <a:pt x="7405" y="20369"/>
                </a:cubicBezTo>
                <a:cubicBezTo>
                  <a:pt x="46474" y="15962"/>
                  <a:pt x="85807" y="14164"/>
                  <a:pt x="125118" y="14997"/>
                </a:cubicBezTo>
                <a:cubicBezTo>
                  <a:pt x="134392" y="15194"/>
                  <a:pt x="134195" y="417"/>
                  <a:pt x="124504" y="198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3549755" y="4514760"/>
            <a:ext cx="880619" cy="47277"/>
          </a:xfrm>
          <a:custGeom>
            <a:avLst/>
            <a:gdLst/>
            <a:ahLst/>
            <a:cxnLst/>
            <a:rect l="l" t="t" r="r" b="b"/>
            <a:pathLst>
              <a:path w="417355" h="22406" extrusionOk="0">
                <a:moveTo>
                  <a:pt x="409929" y="3189"/>
                </a:moveTo>
                <a:lnTo>
                  <a:pt x="209122" y="5951"/>
                </a:lnTo>
                <a:cubicBezTo>
                  <a:pt x="142580" y="6872"/>
                  <a:pt x="74658" y="11476"/>
                  <a:pt x="8775" y="119"/>
                </a:cubicBezTo>
                <a:cubicBezTo>
                  <a:pt x="-302" y="-1459"/>
                  <a:pt x="-3897" y="13142"/>
                  <a:pt x="5618" y="14787"/>
                </a:cubicBezTo>
                <a:cubicBezTo>
                  <a:pt x="71391" y="26122"/>
                  <a:pt x="139029" y="21715"/>
                  <a:pt x="205351" y="20794"/>
                </a:cubicBezTo>
                <a:lnTo>
                  <a:pt x="410521" y="17966"/>
                </a:lnTo>
                <a:cubicBezTo>
                  <a:pt x="419817" y="17747"/>
                  <a:pt x="419641" y="2969"/>
                  <a:pt x="409929" y="318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3925109" y="4621068"/>
            <a:ext cx="285390" cy="35142"/>
          </a:xfrm>
          <a:custGeom>
            <a:avLst/>
            <a:gdLst/>
            <a:ahLst/>
            <a:cxnLst/>
            <a:rect l="l" t="t" r="r" b="b"/>
            <a:pathLst>
              <a:path w="135256" h="16655" extrusionOk="0">
                <a:moveTo>
                  <a:pt x="129610" y="810"/>
                </a:moveTo>
                <a:cubicBezTo>
                  <a:pt x="88677" y="-549"/>
                  <a:pt x="47766" y="-198"/>
                  <a:pt x="6832" y="1863"/>
                </a:cubicBezTo>
                <a:cubicBezTo>
                  <a:pt x="-2442" y="2345"/>
                  <a:pt x="-2310" y="17210"/>
                  <a:pt x="7446" y="16640"/>
                </a:cubicBezTo>
                <a:cubicBezTo>
                  <a:pt x="47130" y="14601"/>
                  <a:pt x="86835" y="14228"/>
                  <a:pt x="126562" y="15478"/>
                </a:cubicBezTo>
                <a:cubicBezTo>
                  <a:pt x="135507" y="15785"/>
                  <a:pt x="139191" y="1117"/>
                  <a:pt x="129610" y="81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867900" y="1731475"/>
            <a:ext cx="5408100" cy="1680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9pPr>
          </a:lstStyle>
          <a:p>
            <a:endParaRPr/>
          </a:p>
        </p:txBody>
      </p:sp>
      <p:sp>
        <p:nvSpPr>
          <p:cNvPr id="19" name="Google Shape;19;p2"/>
          <p:cNvSpPr/>
          <p:nvPr/>
        </p:nvSpPr>
        <p:spPr>
          <a:xfrm rot="-871776">
            <a:off x="594544" y="662599"/>
            <a:ext cx="1234918" cy="1390637"/>
          </a:xfrm>
          <a:custGeom>
            <a:avLst/>
            <a:gdLst/>
            <a:ahLst/>
            <a:cxnLst/>
            <a:rect l="l" t="t" r="r" b="b"/>
            <a:pathLst>
              <a:path w="584559" h="658270" extrusionOk="0">
                <a:moveTo>
                  <a:pt x="400656" y="592594"/>
                </a:moveTo>
                <a:cubicBezTo>
                  <a:pt x="398705" y="592697"/>
                  <a:pt x="396842" y="593473"/>
                  <a:pt x="395395" y="594786"/>
                </a:cubicBezTo>
                <a:cubicBezTo>
                  <a:pt x="372790" y="614869"/>
                  <a:pt x="326968" y="608292"/>
                  <a:pt x="296493" y="605310"/>
                </a:cubicBezTo>
                <a:cubicBezTo>
                  <a:pt x="253302" y="602043"/>
                  <a:pt x="220963" y="596014"/>
                  <a:pt x="191671" y="585731"/>
                </a:cubicBezTo>
                <a:cubicBezTo>
                  <a:pt x="185292" y="583232"/>
                  <a:pt x="178517" y="589173"/>
                  <a:pt x="177552" y="595027"/>
                </a:cubicBezTo>
                <a:cubicBezTo>
                  <a:pt x="176719" y="598472"/>
                  <a:pt x="178846" y="601934"/>
                  <a:pt x="182288" y="602767"/>
                </a:cubicBezTo>
                <a:cubicBezTo>
                  <a:pt x="218069" y="615921"/>
                  <a:pt x="265294" y="622893"/>
                  <a:pt x="316028" y="625524"/>
                </a:cubicBezTo>
                <a:cubicBezTo>
                  <a:pt x="346152" y="628462"/>
                  <a:pt x="384498" y="628528"/>
                  <a:pt x="404515" y="610440"/>
                </a:cubicBezTo>
                <a:cubicBezTo>
                  <a:pt x="412320" y="604038"/>
                  <a:pt x="407585" y="592901"/>
                  <a:pt x="400656" y="592594"/>
                </a:cubicBezTo>
                <a:close/>
                <a:moveTo>
                  <a:pt x="310547" y="639710"/>
                </a:moveTo>
                <a:lnTo>
                  <a:pt x="268429" y="637692"/>
                </a:lnTo>
                <a:cubicBezTo>
                  <a:pt x="263694" y="637495"/>
                  <a:pt x="258191" y="639490"/>
                  <a:pt x="256788" y="645673"/>
                </a:cubicBezTo>
                <a:cubicBezTo>
                  <a:pt x="256042" y="649839"/>
                  <a:pt x="258191" y="655671"/>
                  <a:pt x="263365" y="656241"/>
                </a:cubicBezTo>
                <a:lnTo>
                  <a:pt x="305460" y="658258"/>
                </a:lnTo>
                <a:cubicBezTo>
                  <a:pt x="310218" y="658455"/>
                  <a:pt x="315699" y="656460"/>
                  <a:pt x="317124" y="650277"/>
                </a:cubicBezTo>
                <a:cubicBezTo>
                  <a:pt x="317847" y="646111"/>
                  <a:pt x="315699" y="640258"/>
                  <a:pt x="310547" y="639710"/>
                </a:cubicBezTo>
                <a:close/>
                <a:moveTo>
                  <a:pt x="85075" y="404459"/>
                </a:moveTo>
                <a:cubicBezTo>
                  <a:pt x="50631" y="383609"/>
                  <a:pt x="26799" y="349648"/>
                  <a:pt x="17985" y="308824"/>
                </a:cubicBezTo>
                <a:cubicBezTo>
                  <a:pt x="14894" y="296437"/>
                  <a:pt x="-2448" y="306303"/>
                  <a:pt x="292" y="316257"/>
                </a:cubicBezTo>
                <a:cubicBezTo>
                  <a:pt x="9829" y="360347"/>
                  <a:pt x="37038" y="397925"/>
                  <a:pt x="77028" y="422064"/>
                </a:cubicBezTo>
                <a:cubicBezTo>
                  <a:pt x="82224" y="425572"/>
                  <a:pt x="87991" y="421034"/>
                  <a:pt x="89262" y="415641"/>
                </a:cubicBezTo>
                <a:cubicBezTo>
                  <a:pt x="90643" y="411394"/>
                  <a:pt x="88911" y="406755"/>
                  <a:pt x="85075" y="404459"/>
                </a:cubicBezTo>
                <a:close/>
                <a:moveTo>
                  <a:pt x="329906" y="581522"/>
                </a:moveTo>
                <a:cubicBezTo>
                  <a:pt x="357816" y="581522"/>
                  <a:pt x="380332" y="577751"/>
                  <a:pt x="400656" y="569661"/>
                </a:cubicBezTo>
                <a:cubicBezTo>
                  <a:pt x="405261" y="567896"/>
                  <a:pt x="407870" y="563002"/>
                  <a:pt x="406752" y="558194"/>
                </a:cubicBezTo>
                <a:cubicBezTo>
                  <a:pt x="406357" y="554364"/>
                  <a:pt x="403243" y="551382"/>
                  <a:pt x="399407" y="551134"/>
                </a:cubicBezTo>
                <a:cubicBezTo>
                  <a:pt x="398135" y="551161"/>
                  <a:pt x="396885" y="551428"/>
                  <a:pt x="395701" y="551924"/>
                </a:cubicBezTo>
                <a:cubicBezTo>
                  <a:pt x="365511" y="565078"/>
                  <a:pt x="319887" y="564201"/>
                  <a:pt x="285399" y="560123"/>
                </a:cubicBezTo>
                <a:cubicBezTo>
                  <a:pt x="250079" y="556857"/>
                  <a:pt x="213553" y="549337"/>
                  <a:pt x="177004" y="540545"/>
                </a:cubicBezTo>
                <a:cubicBezTo>
                  <a:pt x="172137" y="540545"/>
                  <a:pt x="169352" y="544930"/>
                  <a:pt x="168826" y="549095"/>
                </a:cubicBezTo>
                <a:cubicBezTo>
                  <a:pt x="167884" y="553862"/>
                  <a:pt x="170887" y="558516"/>
                  <a:pt x="175623" y="559619"/>
                </a:cubicBezTo>
                <a:cubicBezTo>
                  <a:pt x="226663" y="572796"/>
                  <a:pt x="279633" y="581061"/>
                  <a:pt x="329906" y="581522"/>
                </a:cubicBezTo>
                <a:close/>
                <a:moveTo>
                  <a:pt x="216951" y="106307"/>
                </a:moveTo>
                <a:cubicBezTo>
                  <a:pt x="171238" y="119725"/>
                  <a:pt x="136444" y="158926"/>
                  <a:pt x="123991" y="204968"/>
                </a:cubicBezTo>
                <a:cubicBezTo>
                  <a:pt x="122237" y="210887"/>
                  <a:pt x="126183" y="214877"/>
                  <a:pt x="132081" y="214899"/>
                </a:cubicBezTo>
                <a:cubicBezTo>
                  <a:pt x="136860" y="215086"/>
                  <a:pt x="141114" y="211902"/>
                  <a:pt x="142276" y="207270"/>
                </a:cubicBezTo>
                <a:cubicBezTo>
                  <a:pt x="152602" y="168886"/>
                  <a:pt x="181104" y="138014"/>
                  <a:pt x="218551" y="124658"/>
                </a:cubicBezTo>
                <a:cubicBezTo>
                  <a:pt x="228198" y="121216"/>
                  <a:pt x="226334" y="106811"/>
                  <a:pt x="216951" y="106307"/>
                </a:cubicBezTo>
                <a:close/>
                <a:moveTo>
                  <a:pt x="259660" y="91574"/>
                </a:moveTo>
                <a:cubicBezTo>
                  <a:pt x="248325" y="91574"/>
                  <a:pt x="248127" y="110232"/>
                  <a:pt x="260690" y="110297"/>
                </a:cubicBezTo>
                <a:cubicBezTo>
                  <a:pt x="272025" y="110407"/>
                  <a:pt x="272201" y="91640"/>
                  <a:pt x="259660" y="91574"/>
                </a:cubicBezTo>
                <a:close/>
                <a:moveTo>
                  <a:pt x="557483" y="48689"/>
                </a:moveTo>
                <a:cubicBezTo>
                  <a:pt x="551256" y="39700"/>
                  <a:pt x="533760" y="49939"/>
                  <a:pt x="541193" y="59235"/>
                </a:cubicBezTo>
                <a:cubicBezTo>
                  <a:pt x="556321" y="77557"/>
                  <a:pt x="565003" y="100330"/>
                  <a:pt x="565946" y="124066"/>
                </a:cubicBezTo>
                <a:cubicBezTo>
                  <a:pt x="565770" y="128275"/>
                  <a:pt x="569059" y="131825"/>
                  <a:pt x="573268" y="131992"/>
                </a:cubicBezTo>
                <a:cubicBezTo>
                  <a:pt x="573532" y="132003"/>
                  <a:pt x="573817" y="131998"/>
                  <a:pt x="574080" y="131981"/>
                </a:cubicBezTo>
                <a:cubicBezTo>
                  <a:pt x="579561" y="132272"/>
                  <a:pt x="584253" y="128058"/>
                  <a:pt x="584538" y="122569"/>
                </a:cubicBezTo>
                <a:cubicBezTo>
                  <a:pt x="584560" y="122323"/>
                  <a:pt x="584560" y="122075"/>
                  <a:pt x="584560" y="121830"/>
                </a:cubicBezTo>
                <a:cubicBezTo>
                  <a:pt x="583639" y="95169"/>
                  <a:pt x="574146" y="69515"/>
                  <a:pt x="557483" y="48689"/>
                </a:cubicBezTo>
                <a:close/>
                <a:moveTo>
                  <a:pt x="403682" y="258"/>
                </a:moveTo>
                <a:cubicBezTo>
                  <a:pt x="392720" y="-2395"/>
                  <a:pt x="387765" y="16219"/>
                  <a:pt x="399780" y="18960"/>
                </a:cubicBezTo>
                <a:cubicBezTo>
                  <a:pt x="493595" y="37946"/>
                  <a:pt x="532160" y="149148"/>
                  <a:pt x="535120" y="227659"/>
                </a:cubicBezTo>
                <a:cubicBezTo>
                  <a:pt x="535076" y="232018"/>
                  <a:pt x="538562" y="235590"/>
                  <a:pt x="542925" y="235633"/>
                </a:cubicBezTo>
                <a:cubicBezTo>
                  <a:pt x="543122" y="235636"/>
                  <a:pt x="543320" y="235631"/>
                  <a:pt x="543517" y="235618"/>
                </a:cubicBezTo>
                <a:cubicBezTo>
                  <a:pt x="546499" y="235695"/>
                  <a:pt x="549371" y="234555"/>
                  <a:pt x="551497" y="232461"/>
                </a:cubicBezTo>
                <a:cubicBezTo>
                  <a:pt x="553208" y="230630"/>
                  <a:pt x="554062" y="228157"/>
                  <a:pt x="553822" y="225664"/>
                </a:cubicBezTo>
                <a:cubicBezTo>
                  <a:pt x="551629" y="188393"/>
                  <a:pt x="542859" y="133800"/>
                  <a:pt x="514993" y="85610"/>
                </a:cubicBezTo>
                <a:cubicBezTo>
                  <a:pt x="488442" y="39898"/>
                  <a:pt x="451017" y="11220"/>
                  <a:pt x="403682" y="258"/>
                </a:cubicBezTo>
                <a:close/>
                <a:moveTo>
                  <a:pt x="431548" y="75240"/>
                </a:moveTo>
                <a:cubicBezTo>
                  <a:pt x="312936" y="-26709"/>
                  <a:pt x="83934" y="43559"/>
                  <a:pt x="55323" y="204968"/>
                </a:cubicBezTo>
                <a:cubicBezTo>
                  <a:pt x="46553" y="255569"/>
                  <a:pt x="59708" y="304373"/>
                  <a:pt x="92134" y="342369"/>
                </a:cubicBezTo>
                <a:cubicBezTo>
                  <a:pt x="111406" y="364995"/>
                  <a:pt x="133352" y="384398"/>
                  <a:pt x="147757" y="411431"/>
                </a:cubicBezTo>
                <a:cubicBezTo>
                  <a:pt x="162161" y="438464"/>
                  <a:pt x="168498" y="469312"/>
                  <a:pt x="166524" y="502681"/>
                </a:cubicBezTo>
                <a:cubicBezTo>
                  <a:pt x="166480" y="503654"/>
                  <a:pt x="165998" y="504556"/>
                  <a:pt x="165209" y="505137"/>
                </a:cubicBezTo>
                <a:cubicBezTo>
                  <a:pt x="161986" y="507785"/>
                  <a:pt x="160495" y="512012"/>
                  <a:pt x="161350" y="516099"/>
                </a:cubicBezTo>
                <a:cubicBezTo>
                  <a:pt x="161964" y="519442"/>
                  <a:pt x="164573" y="522060"/>
                  <a:pt x="167928" y="522676"/>
                </a:cubicBezTo>
                <a:cubicBezTo>
                  <a:pt x="215043" y="533845"/>
                  <a:pt x="263124" y="540387"/>
                  <a:pt x="311511" y="542211"/>
                </a:cubicBezTo>
                <a:cubicBezTo>
                  <a:pt x="350011" y="543022"/>
                  <a:pt x="388510" y="548218"/>
                  <a:pt x="425651" y="525855"/>
                </a:cubicBezTo>
                <a:cubicBezTo>
                  <a:pt x="429180" y="523911"/>
                  <a:pt x="430847" y="519741"/>
                  <a:pt x="429619" y="515902"/>
                </a:cubicBezTo>
                <a:cubicBezTo>
                  <a:pt x="428610" y="511990"/>
                  <a:pt x="425190" y="509184"/>
                  <a:pt x="421156" y="508973"/>
                </a:cubicBezTo>
                <a:cubicBezTo>
                  <a:pt x="418656" y="508601"/>
                  <a:pt x="416004" y="511626"/>
                  <a:pt x="413526" y="510048"/>
                </a:cubicBezTo>
                <a:cubicBezTo>
                  <a:pt x="412518" y="509440"/>
                  <a:pt x="411926" y="508346"/>
                  <a:pt x="411948" y="507176"/>
                </a:cubicBezTo>
                <a:cubicBezTo>
                  <a:pt x="412452" y="477012"/>
                  <a:pt x="419906" y="447368"/>
                  <a:pt x="433719" y="420552"/>
                </a:cubicBezTo>
                <a:cubicBezTo>
                  <a:pt x="441458" y="405731"/>
                  <a:pt x="451697" y="392642"/>
                  <a:pt x="461607" y="379969"/>
                </a:cubicBezTo>
                <a:cubicBezTo>
                  <a:pt x="467856" y="371989"/>
                  <a:pt x="474323" y="363723"/>
                  <a:pt x="480045" y="355151"/>
                </a:cubicBezTo>
                <a:cubicBezTo>
                  <a:pt x="530231" y="279708"/>
                  <a:pt x="512033" y="136629"/>
                  <a:pt x="431548" y="75240"/>
                </a:cubicBezTo>
                <a:close/>
                <a:moveTo>
                  <a:pt x="334116" y="324171"/>
                </a:moveTo>
                <a:cubicBezTo>
                  <a:pt x="324644" y="390296"/>
                  <a:pt x="323548" y="458108"/>
                  <a:pt x="320961" y="523312"/>
                </a:cubicBezTo>
                <a:cubicBezTo>
                  <a:pt x="320303" y="523941"/>
                  <a:pt x="319404" y="524268"/>
                  <a:pt x="318483" y="524211"/>
                </a:cubicBezTo>
                <a:cubicBezTo>
                  <a:pt x="310788" y="523685"/>
                  <a:pt x="302873" y="523027"/>
                  <a:pt x="295419" y="522567"/>
                </a:cubicBezTo>
                <a:cubicBezTo>
                  <a:pt x="285224" y="521909"/>
                  <a:pt x="274832" y="520988"/>
                  <a:pt x="263694" y="519760"/>
                </a:cubicBezTo>
                <a:cubicBezTo>
                  <a:pt x="262006" y="519589"/>
                  <a:pt x="260734" y="518149"/>
                  <a:pt x="260756" y="516450"/>
                </a:cubicBezTo>
                <a:cubicBezTo>
                  <a:pt x="256108" y="449957"/>
                  <a:pt x="246001" y="383960"/>
                  <a:pt x="230522" y="319129"/>
                </a:cubicBezTo>
                <a:cubicBezTo>
                  <a:pt x="230127" y="317344"/>
                  <a:pt x="231245" y="315575"/>
                  <a:pt x="233021" y="315174"/>
                </a:cubicBezTo>
                <a:cubicBezTo>
                  <a:pt x="233263" y="315123"/>
                  <a:pt x="233482" y="315097"/>
                  <a:pt x="233723" y="315095"/>
                </a:cubicBezTo>
                <a:cubicBezTo>
                  <a:pt x="235170" y="315095"/>
                  <a:pt x="236639" y="315270"/>
                  <a:pt x="238108" y="315270"/>
                </a:cubicBezTo>
                <a:cubicBezTo>
                  <a:pt x="248654" y="315443"/>
                  <a:pt x="258914" y="311896"/>
                  <a:pt x="267114" y="305250"/>
                </a:cubicBezTo>
                <a:cubicBezTo>
                  <a:pt x="268342" y="304255"/>
                  <a:pt x="270074" y="304255"/>
                  <a:pt x="271302" y="305250"/>
                </a:cubicBezTo>
                <a:cubicBezTo>
                  <a:pt x="284128" y="315555"/>
                  <a:pt x="301338" y="320773"/>
                  <a:pt x="322452" y="320773"/>
                </a:cubicBezTo>
                <a:cubicBezTo>
                  <a:pt x="326003" y="321321"/>
                  <a:pt x="334291" y="318164"/>
                  <a:pt x="334116" y="324171"/>
                </a:cubicBezTo>
                <a:close/>
                <a:moveTo>
                  <a:pt x="269811" y="253245"/>
                </a:moveTo>
                <a:cubicBezTo>
                  <a:pt x="271214" y="252283"/>
                  <a:pt x="273100" y="252539"/>
                  <a:pt x="274196" y="253837"/>
                </a:cubicBezTo>
                <a:cubicBezTo>
                  <a:pt x="276783" y="256863"/>
                  <a:pt x="276892" y="261292"/>
                  <a:pt x="274481" y="266992"/>
                </a:cubicBezTo>
                <a:cubicBezTo>
                  <a:pt x="273779" y="268665"/>
                  <a:pt x="271850" y="269452"/>
                  <a:pt x="270183" y="268746"/>
                </a:cubicBezTo>
                <a:cubicBezTo>
                  <a:pt x="269504" y="268468"/>
                  <a:pt x="268956" y="267983"/>
                  <a:pt x="268605" y="267365"/>
                </a:cubicBezTo>
                <a:cubicBezTo>
                  <a:pt x="263694" y="259033"/>
                  <a:pt x="267268" y="254934"/>
                  <a:pt x="269811" y="253245"/>
                </a:cubicBezTo>
                <a:close/>
                <a:moveTo>
                  <a:pt x="478971" y="317945"/>
                </a:moveTo>
                <a:cubicBezTo>
                  <a:pt x="470201" y="344035"/>
                  <a:pt x="451127" y="362759"/>
                  <a:pt x="435539" y="384157"/>
                </a:cubicBezTo>
                <a:cubicBezTo>
                  <a:pt x="407300" y="422707"/>
                  <a:pt x="392523" y="469481"/>
                  <a:pt x="393487" y="517261"/>
                </a:cubicBezTo>
                <a:cubicBezTo>
                  <a:pt x="393750" y="518936"/>
                  <a:pt x="392698" y="520536"/>
                  <a:pt x="391054" y="520966"/>
                </a:cubicBezTo>
                <a:cubicBezTo>
                  <a:pt x="377241" y="524161"/>
                  <a:pt x="363100" y="525634"/>
                  <a:pt x="348937" y="525351"/>
                </a:cubicBezTo>
                <a:cubicBezTo>
                  <a:pt x="345473" y="525351"/>
                  <a:pt x="339641" y="526338"/>
                  <a:pt x="340561" y="520966"/>
                </a:cubicBezTo>
                <a:cubicBezTo>
                  <a:pt x="340145" y="453831"/>
                  <a:pt x="344332" y="386744"/>
                  <a:pt x="353102" y="320181"/>
                </a:cubicBezTo>
                <a:cubicBezTo>
                  <a:pt x="353431" y="315796"/>
                  <a:pt x="359942" y="316695"/>
                  <a:pt x="363056" y="315423"/>
                </a:cubicBezTo>
                <a:cubicBezTo>
                  <a:pt x="374566" y="312310"/>
                  <a:pt x="368669" y="297182"/>
                  <a:pt x="359855" y="297643"/>
                </a:cubicBezTo>
                <a:cubicBezTo>
                  <a:pt x="341175" y="301567"/>
                  <a:pt x="314603" y="306675"/>
                  <a:pt x="295068" y="297029"/>
                </a:cubicBezTo>
                <a:cubicBezTo>
                  <a:pt x="291100" y="295229"/>
                  <a:pt x="287372" y="292953"/>
                  <a:pt x="283952" y="290254"/>
                </a:cubicBezTo>
                <a:cubicBezTo>
                  <a:pt x="282593" y="289206"/>
                  <a:pt x="282286" y="287294"/>
                  <a:pt x="283228" y="285869"/>
                </a:cubicBezTo>
                <a:cubicBezTo>
                  <a:pt x="293402" y="269864"/>
                  <a:pt x="297633" y="254144"/>
                  <a:pt x="294586" y="243818"/>
                </a:cubicBezTo>
                <a:cubicBezTo>
                  <a:pt x="292393" y="235662"/>
                  <a:pt x="283623" y="229698"/>
                  <a:pt x="275029" y="229720"/>
                </a:cubicBezTo>
                <a:cubicBezTo>
                  <a:pt x="265733" y="229720"/>
                  <a:pt x="256590" y="235991"/>
                  <a:pt x="252249" y="245331"/>
                </a:cubicBezTo>
                <a:cubicBezTo>
                  <a:pt x="245672" y="259560"/>
                  <a:pt x="249859" y="276288"/>
                  <a:pt x="256020" y="287206"/>
                </a:cubicBezTo>
                <a:cubicBezTo>
                  <a:pt x="256810" y="288616"/>
                  <a:pt x="256459" y="290392"/>
                  <a:pt x="255187" y="291394"/>
                </a:cubicBezTo>
                <a:cubicBezTo>
                  <a:pt x="250539" y="294950"/>
                  <a:pt x="244817" y="296785"/>
                  <a:pt x="238963" y="296590"/>
                </a:cubicBezTo>
                <a:cubicBezTo>
                  <a:pt x="226707" y="296912"/>
                  <a:pt x="215723" y="289024"/>
                  <a:pt x="212127" y="277297"/>
                </a:cubicBezTo>
                <a:cubicBezTo>
                  <a:pt x="211491" y="273854"/>
                  <a:pt x="208444" y="271397"/>
                  <a:pt x="204936" y="271509"/>
                </a:cubicBezTo>
                <a:cubicBezTo>
                  <a:pt x="201341" y="271592"/>
                  <a:pt x="197986" y="273302"/>
                  <a:pt x="195815" y="276157"/>
                </a:cubicBezTo>
                <a:cubicBezTo>
                  <a:pt x="189764" y="284093"/>
                  <a:pt x="200858" y="298914"/>
                  <a:pt x="207458" y="304351"/>
                </a:cubicBezTo>
                <a:cubicBezTo>
                  <a:pt x="209277" y="305689"/>
                  <a:pt x="208268" y="308364"/>
                  <a:pt x="208860" y="310096"/>
                </a:cubicBezTo>
                <a:cubicBezTo>
                  <a:pt x="224471" y="376768"/>
                  <a:pt x="239270" y="447015"/>
                  <a:pt x="240717" y="515573"/>
                </a:cubicBezTo>
                <a:cubicBezTo>
                  <a:pt x="239993" y="516254"/>
                  <a:pt x="238985" y="516561"/>
                  <a:pt x="237998" y="516406"/>
                </a:cubicBezTo>
                <a:cubicBezTo>
                  <a:pt x="221051" y="513950"/>
                  <a:pt x="203971" y="510881"/>
                  <a:pt x="187243" y="507263"/>
                </a:cubicBezTo>
                <a:cubicBezTo>
                  <a:pt x="185445" y="506853"/>
                  <a:pt x="184327" y="505064"/>
                  <a:pt x="184743" y="503271"/>
                </a:cubicBezTo>
                <a:cubicBezTo>
                  <a:pt x="184743" y="503264"/>
                  <a:pt x="184743" y="503258"/>
                  <a:pt x="184743" y="503251"/>
                </a:cubicBezTo>
                <a:cubicBezTo>
                  <a:pt x="189128" y="453088"/>
                  <a:pt x="172027" y="403538"/>
                  <a:pt x="138351" y="364491"/>
                </a:cubicBezTo>
                <a:cubicBezTo>
                  <a:pt x="121272" y="344758"/>
                  <a:pt x="101847" y="327526"/>
                  <a:pt x="88583" y="304373"/>
                </a:cubicBezTo>
                <a:cubicBezTo>
                  <a:pt x="76480" y="282423"/>
                  <a:pt x="70473" y="257630"/>
                  <a:pt x="71174" y="232571"/>
                </a:cubicBezTo>
                <a:cubicBezTo>
                  <a:pt x="72928" y="120448"/>
                  <a:pt x="178451" y="56078"/>
                  <a:pt x="275073" y="47045"/>
                </a:cubicBezTo>
                <a:cubicBezTo>
                  <a:pt x="428588" y="33145"/>
                  <a:pt x="520649" y="175808"/>
                  <a:pt x="478971" y="31796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2"/>
          <p:cNvSpPr/>
          <p:nvPr/>
        </p:nvSpPr>
        <p:spPr>
          <a:xfrm rot="-5400000">
            <a:off x="546000" y="3237680"/>
            <a:ext cx="540251" cy="264299"/>
          </a:xfrm>
          <a:custGeom>
            <a:avLst/>
            <a:gdLst/>
            <a:ahLst/>
            <a:cxnLst/>
            <a:rect l="l" t="t" r="r" b="b"/>
            <a:pathLst>
              <a:path w="256043" h="125260" extrusionOk="0">
                <a:moveTo>
                  <a:pt x="122835" y="3891"/>
                </a:moveTo>
                <a:cubicBezTo>
                  <a:pt x="106677" y="35258"/>
                  <a:pt x="90541" y="66632"/>
                  <a:pt x="74404" y="98013"/>
                </a:cubicBezTo>
                <a:cubicBezTo>
                  <a:pt x="67103" y="82972"/>
                  <a:pt x="59737" y="67939"/>
                  <a:pt x="52348" y="52914"/>
                </a:cubicBezTo>
                <a:cubicBezTo>
                  <a:pt x="49783" y="47630"/>
                  <a:pt x="41583" y="45218"/>
                  <a:pt x="38602" y="51708"/>
                </a:cubicBezTo>
                <a:cubicBezTo>
                  <a:pt x="30007" y="70416"/>
                  <a:pt x="17598" y="87110"/>
                  <a:pt x="2141" y="100709"/>
                </a:cubicBezTo>
                <a:cubicBezTo>
                  <a:pt x="-4787" y="106848"/>
                  <a:pt x="6723" y="116802"/>
                  <a:pt x="13629" y="110685"/>
                </a:cubicBezTo>
                <a:cubicBezTo>
                  <a:pt x="26258" y="99453"/>
                  <a:pt x="36979" y="86235"/>
                  <a:pt x="45354" y="71550"/>
                </a:cubicBezTo>
                <a:lnTo>
                  <a:pt x="67432" y="116670"/>
                </a:lnTo>
                <a:cubicBezTo>
                  <a:pt x="70107" y="122174"/>
                  <a:pt x="77978" y="124147"/>
                  <a:pt x="81179" y="117876"/>
                </a:cubicBezTo>
                <a:lnTo>
                  <a:pt x="128580" y="25793"/>
                </a:lnTo>
                <a:cubicBezTo>
                  <a:pt x="139147" y="55900"/>
                  <a:pt x="147259" y="86822"/>
                  <a:pt x="152784" y="118249"/>
                </a:cubicBezTo>
                <a:cubicBezTo>
                  <a:pt x="153969" y="125024"/>
                  <a:pt x="163462" y="128422"/>
                  <a:pt x="166970" y="121318"/>
                </a:cubicBezTo>
                <a:cubicBezTo>
                  <a:pt x="177515" y="99979"/>
                  <a:pt x="188039" y="78638"/>
                  <a:pt x="198585" y="57299"/>
                </a:cubicBezTo>
                <a:cubicBezTo>
                  <a:pt x="214107" y="75321"/>
                  <a:pt x="228819" y="94022"/>
                  <a:pt x="242434" y="113469"/>
                </a:cubicBezTo>
                <a:cubicBezTo>
                  <a:pt x="247959" y="121297"/>
                  <a:pt x="260259" y="113711"/>
                  <a:pt x="254580" y="105686"/>
                </a:cubicBezTo>
                <a:cubicBezTo>
                  <a:pt x="238509" y="82896"/>
                  <a:pt x="221145" y="61039"/>
                  <a:pt x="202575" y="40220"/>
                </a:cubicBezTo>
                <a:cubicBezTo>
                  <a:pt x="199023" y="36229"/>
                  <a:pt x="192512" y="35089"/>
                  <a:pt x="189705" y="40746"/>
                </a:cubicBezTo>
                <a:lnTo>
                  <a:pt x="163001" y="94899"/>
                </a:lnTo>
                <a:cubicBezTo>
                  <a:pt x="156468" y="64295"/>
                  <a:pt x="147566" y="34241"/>
                  <a:pt x="136407" y="5009"/>
                </a:cubicBezTo>
                <a:cubicBezTo>
                  <a:pt x="134324" y="-823"/>
                  <a:pt x="125861" y="-2029"/>
                  <a:pt x="122835" y="389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2"/>
          <p:cNvSpPr/>
          <p:nvPr/>
        </p:nvSpPr>
        <p:spPr>
          <a:xfrm rot="1737742">
            <a:off x="7950210" y="3938411"/>
            <a:ext cx="211749" cy="268162"/>
          </a:xfrm>
          <a:custGeom>
            <a:avLst/>
            <a:gdLst/>
            <a:ahLst/>
            <a:cxnLst/>
            <a:rect l="l" t="t" r="r" b="b"/>
            <a:pathLst>
              <a:path w="100280" h="126996" extrusionOk="0">
                <a:moveTo>
                  <a:pt x="96357" y="74864"/>
                </a:moveTo>
                <a:cubicBezTo>
                  <a:pt x="82786" y="68484"/>
                  <a:pt x="69679" y="61157"/>
                  <a:pt x="57134" y="52940"/>
                </a:cubicBezTo>
                <a:cubicBezTo>
                  <a:pt x="68090" y="38401"/>
                  <a:pt x="80061" y="24657"/>
                  <a:pt x="92959" y="11809"/>
                </a:cubicBezTo>
                <a:cubicBezTo>
                  <a:pt x="99865" y="4925"/>
                  <a:pt x="88969" y="-4459"/>
                  <a:pt x="81997" y="2382"/>
                </a:cubicBezTo>
                <a:cubicBezTo>
                  <a:pt x="68721" y="15624"/>
                  <a:pt x="56406" y="29794"/>
                  <a:pt x="45141" y="44784"/>
                </a:cubicBezTo>
                <a:cubicBezTo>
                  <a:pt x="33594" y="36487"/>
                  <a:pt x="22607" y="27435"/>
                  <a:pt x="12255" y="17685"/>
                </a:cubicBezTo>
                <a:cubicBezTo>
                  <a:pt x="5480" y="11305"/>
                  <a:pt x="-4518" y="22793"/>
                  <a:pt x="2257" y="29173"/>
                </a:cubicBezTo>
                <a:cubicBezTo>
                  <a:pt x="12947" y="39230"/>
                  <a:pt x="24293" y="48568"/>
                  <a:pt x="36218" y="57127"/>
                </a:cubicBezTo>
                <a:cubicBezTo>
                  <a:pt x="23171" y="75947"/>
                  <a:pt x="11779" y="95863"/>
                  <a:pt x="2169" y="116652"/>
                </a:cubicBezTo>
                <a:cubicBezTo>
                  <a:pt x="-1953" y="125554"/>
                  <a:pt x="11246" y="131429"/>
                  <a:pt x="15324" y="122703"/>
                </a:cubicBezTo>
                <a:cubicBezTo>
                  <a:pt x="24609" y="102651"/>
                  <a:pt x="35613" y="83439"/>
                  <a:pt x="48211" y="65283"/>
                </a:cubicBezTo>
                <a:cubicBezTo>
                  <a:pt x="61447" y="73978"/>
                  <a:pt x="75279" y="81731"/>
                  <a:pt x="89604" y="88479"/>
                </a:cubicBezTo>
                <a:cubicBezTo>
                  <a:pt x="97936" y="92360"/>
                  <a:pt x="104951" y="78898"/>
                  <a:pt x="96357" y="7486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/>
          <p:nvPr/>
        </p:nvSpPr>
        <p:spPr>
          <a:xfrm rot="-898861">
            <a:off x="739797" y="433628"/>
            <a:ext cx="1461825" cy="1605908"/>
          </a:xfrm>
          <a:custGeom>
            <a:avLst/>
            <a:gdLst/>
            <a:ahLst/>
            <a:cxnLst/>
            <a:rect l="l" t="t" r="r" b="b"/>
            <a:pathLst>
              <a:path w="462239" h="507799" extrusionOk="0">
                <a:moveTo>
                  <a:pt x="459973" y="179541"/>
                </a:moveTo>
                <a:cubicBezTo>
                  <a:pt x="458636" y="122779"/>
                  <a:pt x="461727" y="55887"/>
                  <a:pt x="399242" y="30652"/>
                </a:cubicBezTo>
                <a:cubicBezTo>
                  <a:pt x="293347" y="-13921"/>
                  <a:pt x="170306" y="-1205"/>
                  <a:pt x="59171" y="14844"/>
                </a:cubicBezTo>
                <a:cubicBezTo>
                  <a:pt x="33585" y="19514"/>
                  <a:pt x="9512" y="39816"/>
                  <a:pt x="8569" y="67090"/>
                </a:cubicBezTo>
                <a:cubicBezTo>
                  <a:pt x="-7195" y="174126"/>
                  <a:pt x="2605" y="285590"/>
                  <a:pt x="7933" y="393766"/>
                </a:cubicBezTo>
                <a:cubicBezTo>
                  <a:pt x="10235" y="423781"/>
                  <a:pt x="16703" y="454453"/>
                  <a:pt x="42377" y="473550"/>
                </a:cubicBezTo>
                <a:cubicBezTo>
                  <a:pt x="111527" y="513693"/>
                  <a:pt x="199071" y="505691"/>
                  <a:pt x="276684" y="507664"/>
                </a:cubicBezTo>
                <a:cubicBezTo>
                  <a:pt x="477513" y="513540"/>
                  <a:pt x="465279" y="327137"/>
                  <a:pt x="459973" y="17954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 txBox="1">
            <a:spLocks noGrp="1"/>
          </p:cNvSpPr>
          <p:nvPr>
            <p:ph type="ctrTitle"/>
          </p:nvPr>
        </p:nvSpPr>
        <p:spPr>
          <a:xfrm>
            <a:off x="1773500" y="1980025"/>
            <a:ext cx="5597100" cy="67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773500" y="2664426"/>
            <a:ext cx="5597100" cy="38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2pPr>
            <a:lvl3pPr lvl="2" algn="ctr" rtl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3pPr>
            <a:lvl4pPr lvl="3" algn="ctr" rtl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4pPr>
            <a:lvl5pPr lvl="4" algn="ctr" rtl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5pPr>
            <a:lvl6pPr lvl="5" algn="ctr" rtl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6pPr>
            <a:lvl7pPr lvl="6" algn="ctr" rtl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7pPr>
            <a:lvl8pPr lvl="7" algn="ctr" rtl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8pPr>
            <a:lvl9pPr lvl="8" algn="ctr" rtl="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794256" y="560052"/>
            <a:ext cx="7399177" cy="3910731"/>
          </a:xfrm>
          <a:custGeom>
            <a:avLst/>
            <a:gdLst/>
            <a:ahLst/>
            <a:cxnLst/>
            <a:rect l="l" t="t" r="r" b="b"/>
            <a:pathLst>
              <a:path w="3506719" h="1853427" extrusionOk="0">
                <a:moveTo>
                  <a:pt x="3499305" y="1166353"/>
                </a:moveTo>
                <a:cubicBezTo>
                  <a:pt x="3487751" y="941889"/>
                  <a:pt x="3482379" y="741016"/>
                  <a:pt x="3468150" y="516750"/>
                </a:cubicBezTo>
                <a:cubicBezTo>
                  <a:pt x="3459578" y="392635"/>
                  <a:pt x="3434540" y="262425"/>
                  <a:pt x="3343926" y="170342"/>
                </a:cubicBezTo>
                <a:cubicBezTo>
                  <a:pt x="3249760" y="74400"/>
                  <a:pt x="3105299" y="78500"/>
                  <a:pt x="2981184" y="57847"/>
                </a:cubicBezTo>
                <a:cubicBezTo>
                  <a:pt x="2181223" y="-47983"/>
                  <a:pt x="1370738" y="7114"/>
                  <a:pt x="571983" y="97465"/>
                </a:cubicBezTo>
                <a:cubicBezTo>
                  <a:pt x="583142" y="79706"/>
                  <a:pt x="597415" y="64118"/>
                  <a:pt x="614122" y="51423"/>
                </a:cubicBezTo>
                <a:cubicBezTo>
                  <a:pt x="621729" y="45657"/>
                  <a:pt x="614122" y="33314"/>
                  <a:pt x="606317" y="39277"/>
                </a:cubicBezTo>
                <a:cubicBezTo>
                  <a:pt x="584019" y="56115"/>
                  <a:pt x="565669" y="77601"/>
                  <a:pt x="552470" y="102223"/>
                </a:cubicBezTo>
                <a:cubicBezTo>
                  <a:pt x="551023" y="104503"/>
                  <a:pt x="551176" y="107419"/>
                  <a:pt x="552843" y="109545"/>
                </a:cubicBezTo>
                <a:cubicBezTo>
                  <a:pt x="552996" y="111124"/>
                  <a:pt x="553654" y="112615"/>
                  <a:pt x="554728" y="113799"/>
                </a:cubicBezTo>
                <a:cubicBezTo>
                  <a:pt x="574416" y="135921"/>
                  <a:pt x="597985" y="154271"/>
                  <a:pt x="624273" y="167908"/>
                </a:cubicBezTo>
                <a:cubicBezTo>
                  <a:pt x="632429" y="172162"/>
                  <a:pt x="639401" y="158700"/>
                  <a:pt x="631025" y="154315"/>
                </a:cubicBezTo>
                <a:cubicBezTo>
                  <a:pt x="609956" y="143265"/>
                  <a:pt x="590728" y="129014"/>
                  <a:pt x="574021" y="112067"/>
                </a:cubicBezTo>
                <a:cubicBezTo>
                  <a:pt x="1426426" y="15774"/>
                  <a:pt x="2294047" y="-40901"/>
                  <a:pt x="3145004" y="97048"/>
                </a:cubicBezTo>
                <a:cubicBezTo>
                  <a:pt x="3209331" y="107550"/>
                  <a:pt x="3269536" y="123884"/>
                  <a:pt x="3319414" y="167886"/>
                </a:cubicBezTo>
                <a:cubicBezTo>
                  <a:pt x="3474552" y="310265"/>
                  <a:pt x="3450632" y="540604"/>
                  <a:pt x="3463897" y="732531"/>
                </a:cubicBezTo>
                <a:cubicBezTo>
                  <a:pt x="3470474" y="878856"/>
                  <a:pt x="3477052" y="1001085"/>
                  <a:pt x="3483783" y="1147410"/>
                </a:cubicBezTo>
                <a:cubicBezTo>
                  <a:pt x="3501191" y="1385138"/>
                  <a:pt x="3525965" y="1744218"/>
                  <a:pt x="3230532" y="1813916"/>
                </a:cubicBezTo>
                <a:cubicBezTo>
                  <a:pt x="3161470" y="1826939"/>
                  <a:pt x="3088899" y="1823212"/>
                  <a:pt x="3018938" y="1824396"/>
                </a:cubicBezTo>
                <a:cubicBezTo>
                  <a:pt x="2066294" y="1838384"/>
                  <a:pt x="1110998" y="1858664"/>
                  <a:pt x="159779" y="1795412"/>
                </a:cubicBezTo>
                <a:cubicBezTo>
                  <a:pt x="96198" y="1786642"/>
                  <a:pt x="52897" y="1750883"/>
                  <a:pt x="37988" y="1686381"/>
                </a:cubicBezTo>
                <a:cubicBezTo>
                  <a:pt x="23014" y="1627185"/>
                  <a:pt x="28429" y="1563604"/>
                  <a:pt x="29218" y="1503201"/>
                </a:cubicBezTo>
                <a:cubicBezTo>
                  <a:pt x="32288" y="1285666"/>
                  <a:pt x="37769" y="1068196"/>
                  <a:pt x="45640" y="850771"/>
                </a:cubicBezTo>
                <a:cubicBezTo>
                  <a:pt x="67279" y="849039"/>
                  <a:pt x="84052" y="831170"/>
                  <a:pt x="84403" y="809465"/>
                </a:cubicBezTo>
                <a:cubicBezTo>
                  <a:pt x="84775" y="785085"/>
                  <a:pt x="61119" y="766449"/>
                  <a:pt x="37528" y="771382"/>
                </a:cubicBezTo>
                <a:cubicBezTo>
                  <a:pt x="-10202" y="773070"/>
                  <a:pt x="-12460" y="837024"/>
                  <a:pt x="31082" y="849280"/>
                </a:cubicBezTo>
                <a:cubicBezTo>
                  <a:pt x="22860" y="1075914"/>
                  <a:pt x="17248" y="1302614"/>
                  <a:pt x="14222" y="1529401"/>
                </a:cubicBezTo>
                <a:cubicBezTo>
                  <a:pt x="6724" y="1697563"/>
                  <a:pt x="25184" y="1816372"/>
                  <a:pt x="222900" y="1815955"/>
                </a:cubicBezTo>
                <a:cubicBezTo>
                  <a:pt x="1165853" y="1869451"/>
                  <a:pt x="2110823" y="1854630"/>
                  <a:pt x="3054653" y="1838559"/>
                </a:cubicBezTo>
                <a:cubicBezTo>
                  <a:pt x="3124352" y="1837376"/>
                  <a:pt x="3196834" y="1840752"/>
                  <a:pt x="3264427" y="1820822"/>
                </a:cubicBezTo>
                <a:cubicBezTo>
                  <a:pt x="3445173" y="1765222"/>
                  <a:pt x="3508426" y="1558539"/>
                  <a:pt x="3506606" y="1387089"/>
                </a:cubicBezTo>
                <a:cubicBezTo>
                  <a:pt x="3507527" y="1313642"/>
                  <a:pt x="3502637" y="1239910"/>
                  <a:pt x="3499305" y="1166353"/>
                </a:cubicBezTo>
                <a:close/>
                <a:moveTo>
                  <a:pt x="14683" y="811175"/>
                </a:moveTo>
                <a:cubicBezTo>
                  <a:pt x="12863" y="794424"/>
                  <a:pt x="28933" y="781270"/>
                  <a:pt x="44807" y="788066"/>
                </a:cubicBezTo>
                <a:cubicBezTo>
                  <a:pt x="47241" y="789162"/>
                  <a:pt x="50112" y="788768"/>
                  <a:pt x="52152" y="787036"/>
                </a:cubicBezTo>
                <a:cubicBezTo>
                  <a:pt x="78987" y="795301"/>
                  <a:pt x="73002" y="833713"/>
                  <a:pt x="45815" y="836191"/>
                </a:cubicBezTo>
                <a:cubicBezTo>
                  <a:pt x="30424" y="837594"/>
                  <a:pt x="16656" y="826588"/>
                  <a:pt x="14683" y="81124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 rot="4673461">
            <a:off x="7546626" y="3625444"/>
            <a:ext cx="814039" cy="1022204"/>
          </a:xfrm>
          <a:custGeom>
            <a:avLst/>
            <a:gdLst/>
            <a:ahLst/>
            <a:cxnLst/>
            <a:rect l="l" t="t" r="r" b="b"/>
            <a:pathLst>
              <a:path w="385904" h="484587" extrusionOk="0">
                <a:moveTo>
                  <a:pt x="316148" y="219239"/>
                </a:moveTo>
                <a:cubicBezTo>
                  <a:pt x="261491" y="116194"/>
                  <a:pt x="157744" y="32311"/>
                  <a:pt x="38101" y="26786"/>
                </a:cubicBezTo>
                <a:cubicBezTo>
                  <a:pt x="47463" y="22510"/>
                  <a:pt x="56935" y="18432"/>
                  <a:pt x="66471" y="14530"/>
                </a:cubicBezTo>
                <a:cubicBezTo>
                  <a:pt x="75241" y="10978"/>
                  <a:pt x="71273" y="-3010"/>
                  <a:pt x="62086" y="586"/>
                </a:cubicBezTo>
                <a:cubicBezTo>
                  <a:pt x="42552" y="8566"/>
                  <a:pt x="23390" y="17336"/>
                  <a:pt x="4578" y="26895"/>
                </a:cubicBezTo>
                <a:cubicBezTo>
                  <a:pt x="-2854" y="30645"/>
                  <a:pt x="-508" y="42440"/>
                  <a:pt x="6398" y="41585"/>
                </a:cubicBezTo>
                <a:cubicBezTo>
                  <a:pt x="7473" y="41870"/>
                  <a:pt x="8591" y="41957"/>
                  <a:pt x="9709" y="41826"/>
                </a:cubicBezTo>
                <a:cubicBezTo>
                  <a:pt x="22162" y="48710"/>
                  <a:pt x="33190" y="57875"/>
                  <a:pt x="42267" y="68837"/>
                </a:cubicBezTo>
                <a:cubicBezTo>
                  <a:pt x="48231" y="76094"/>
                  <a:pt x="60618" y="67368"/>
                  <a:pt x="54786" y="60265"/>
                </a:cubicBezTo>
                <a:cubicBezTo>
                  <a:pt x="49217" y="53468"/>
                  <a:pt x="42990" y="47241"/>
                  <a:pt x="36216" y="41650"/>
                </a:cubicBezTo>
                <a:cubicBezTo>
                  <a:pt x="257544" y="58730"/>
                  <a:pt x="357411" y="281133"/>
                  <a:pt x="371135" y="478147"/>
                </a:cubicBezTo>
                <a:cubicBezTo>
                  <a:pt x="372034" y="487859"/>
                  <a:pt x="386723" y="485952"/>
                  <a:pt x="385869" y="476678"/>
                </a:cubicBezTo>
                <a:cubicBezTo>
                  <a:pt x="377756" y="387730"/>
                  <a:pt x="358704" y="298409"/>
                  <a:pt x="316148" y="21923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 rot="4673461">
            <a:off x="7996900" y="4294821"/>
            <a:ext cx="185670" cy="335731"/>
          </a:xfrm>
          <a:custGeom>
            <a:avLst/>
            <a:gdLst/>
            <a:ahLst/>
            <a:cxnLst/>
            <a:rect l="l" t="t" r="r" b="b"/>
            <a:pathLst>
              <a:path w="88019" h="159157" extrusionOk="0">
                <a:moveTo>
                  <a:pt x="87774" y="149186"/>
                </a:moveTo>
                <a:cubicBezTo>
                  <a:pt x="74290" y="95537"/>
                  <a:pt x="49098" y="45526"/>
                  <a:pt x="14041" y="2730"/>
                </a:cubicBezTo>
                <a:cubicBezTo>
                  <a:pt x="8078" y="-4527"/>
                  <a:pt x="-4309" y="4199"/>
                  <a:pt x="1522" y="11302"/>
                </a:cubicBezTo>
                <a:cubicBezTo>
                  <a:pt x="35835" y="53069"/>
                  <a:pt x="60478" y="101916"/>
                  <a:pt x="73676" y="154338"/>
                </a:cubicBezTo>
                <a:cubicBezTo>
                  <a:pt x="76044" y="163678"/>
                  <a:pt x="90032" y="158065"/>
                  <a:pt x="87774" y="14918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 rot="-5167633">
            <a:off x="338201" y="3492220"/>
            <a:ext cx="831049" cy="96136"/>
          </a:xfrm>
          <a:custGeom>
            <a:avLst/>
            <a:gdLst/>
            <a:ahLst/>
            <a:cxnLst/>
            <a:rect l="l" t="t" r="r" b="b"/>
            <a:pathLst>
              <a:path w="393896" h="45566" extrusionOk="0">
                <a:moveTo>
                  <a:pt x="386461" y="1"/>
                </a:moveTo>
                <a:cubicBezTo>
                  <a:pt x="259364" y="2172"/>
                  <a:pt x="132531" y="12432"/>
                  <a:pt x="6750" y="30696"/>
                </a:cubicBezTo>
                <a:cubicBezTo>
                  <a:pt x="-2393" y="32011"/>
                  <a:pt x="-2305" y="46876"/>
                  <a:pt x="7364" y="45473"/>
                </a:cubicBezTo>
                <a:cubicBezTo>
                  <a:pt x="133145" y="27210"/>
                  <a:pt x="259978" y="16949"/>
                  <a:pt x="387053" y="14778"/>
                </a:cubicBezTo>
                <a:cubicBezTo>
                  <a:pt x="396349" y="14647"/>
                  <a:pt x="396196" y="-152"/>
                  <a:pt x="38646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 rot="-5167633">
            <a:off x="614037" y="2873277"/>
            <a:ext cx="278340" cy="43095"/>
          </a:xfrm>
          <a:custGeom>
            <a:avLst/>
            <a:gdLst/>
            <a:ahLst/>
            <a:cxnLst/>
            <a:rect l="l" t="t" r="r" b="b"/>
            <a:pathLst>
              <a:path w="131926" h="20426" extrusionOk="0">
                <a:moveTo>
                  <a:pt x="124504" y="198"/>
                </a:moveTo>
                <a:cubicBezTo>
                  <a:pt x="85193" y="-635"/>
                  <a:pt x="45860" y="1163"/>
                  <a:pt x="6791" y="5570"/>
                </a:cubicBezTo>
                <a:cubicBezTo>
                  <a:pt x="-2417" y="6622"/>
                  <a:pt x="-2308" y="21465"/>
                  <a:pt x="7405" y="20369"/>
                </a:cubicBezTo>
                <a:cubicBezTo>
                  <a:pt x="46474" y="15962"/>
                  <a:pt x="85807" y="14164"/>
                  <a:pt x="125118" y="14997"/>
                </a:cubicBezTo>
                <a:cubicBezTo>
                  <a:pt x="134392" y="15194"/>
                  <a:pt x="134195" y="417"/>
                  <a:pt x="124504" y="198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5262249" y="462245"/>
            <a:ext cx="681049" cy="214332"/>
          </a:xfrm>
          <a:custGeom>
            <a:avLst/>
            <a:gdLst/>
            <a:ahLst/>
            <a:cxnLst/>
            <a:rect l="l" t="t" r="r" b="b"/>
            <a:pathLst>
              <a:path w="322772" h="101579" extrusionOk="0">
                <a:moveTo>
                  <a:pt x="308867" y="12831"/>
                </a:moveTo>
                <a:cubicBezTo>
                  <a:pt x="298146" y="35457"/>
                  <a:pt x="274994" y="116227"/>
                  <a:pt x="241691" y="74877"/>
                </a:cubicBezTo>
                <a:cubicBezTo>
                  <a:pt x="226606" y="51615"/>
                  <a:pt x="229566" y="5595"/>
                  <a:pt x="194224" y="334"/>
                </a:cubicBezTo>
                <a:cubicBezTo>
                  <a:pt x="178877" y="-1990"/>
                  <a:pt x="165349" y="8161"/>
                  <a:pt x="157325" y="20460"/>
                </a:cubicBezTo>
                <a:cubicBezTo>
                  <a:pt x="146363" y="37211"/>
                  <a:pt x="147130" y="60538"/>
                  <a:pt x="133361" y="75425"/>
                </a:cubicBezTo>
                <a:cubicBezTo>
                  <a:pt x="125907" y="83493"/>
                  <a:pt x="113761" y="87221"/>
                  <a:pt x="105692" y="77925"/>
                </a:cubicBezTo>
                <a:cubicBezTo>
                  <a:pt x="91836" y="58697"/>
                  <a:pt x="101308" y="30480"/>
                  <a:pt x="85040" y="12019"/>
                </a:cubicBezTo>
                <a:cubicBezTo>
                  <a:pt x="56538" y="-22380"/>
                  <a:pt x="11110" y="29318"/>
                  <a:pt x="630" y="55386"/>
                </a:cubicBezTo>
                <a:cubicBezTo>
                  <a:pt x="-3009" y="64441"/>
                  <a:pt x="10145" y="70339"/>
                  <a:pt x="13785" y="61415"/>
                </a:cubicBezTo>
                <a:cubicBezTo>
                  <a:pt x="27992" y="24319"/>
                  <a:pt x="78221" y="-12668"/>
                  <a:pt x="82496" y="51571"/>
                </a:cubicBezTo>
                <a:cubicBezTo>
                  <a:pt x="84097" y="65734"/>
                  <a:pt x="86640" y="82003"/>
                  <a:pt x="98129" y="91803"/>
                </a:cubicBezTo>
                <a:cubicBezTo>
                  <a:pt x="110954" y="102765"/>
                  <a:pt x="128560" y="98863"/>
                  <a:pt x="140355" y="88558"/>
                </a:cubicBezTo>
                <a:cubicBezTo>
                  <a:pt x="155703" y="75184"/>
                  <a:pt x="157632" y="55079"/>
                  <a:pt x="164867" y="37255"/>
                </a:cubicBezTo>
                <a:cubicBezTo>
                  <a:pt x="172102" y="19430"/>
                  <a:pt x="191308" y="5464"/>
                  <a:pt x="205690" y="25086"/>
                </a:cubicBezTo>
                <a:cubicBezTo>
                  <a:pt x="222397" y="47844"/>
                  <a:pt x="217508" y="92066"/>
                  <a:pt x="250965" y="100880"/>
                </a:cubicBezTo>
                <a:cubicBezTo>
                  <a:pt x="294375" y="108729"/>
                  <a:pt x="307464" y="48633"/>
                  <a:pt x="322022" y="18904"/>
                </a:cubicBezTo>
                <a:cubicBezTo>
                  <a:pt x="326034" y="9915"/>
                  <a:pt x="312836" y="4039"/>
                  <a:pt x="308867" y="1283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2829661" y="4511611"/>
            <a:ext cx="1377041" cy="66908"/>
          </a:xfrm>
          <a:custGeom>
            <a:avLst/>
            <a:gdLst/>
            <a:ahLst/>
            <a:cxnLst/>
            <a:rect l="l" t="t" r="r" b="b"/>
            <a:pathLst>
              <a:path w="652626" h="31710" extrusionOk="0">
                <a:moveTo>
                  <a:pt x="645179" y="13550"/>
                </a:moveTo>
                <a:cubicBezTo>
                  <a:pt x="432971" y="20774"/>
                  <a:pt x="220527" y="16258"/>
                  <a:pt x="8819" y="23"/>
                </a:cubicBezTo>
                <a:cubicBezTo>
                  <a:pt x="-280" y="-657"/>
                  <a:pt x="-3941" y="13989"/>
                  <a:pt x="5662" y="14712"/>
                </a:cubicBezTo>
                <a:cubicBezTo>
                  <a:pt x="218646" y="31045"/>
                  <a:pt x="432371" y="35612"/>
                  <a:pt x="645859" y="28393"/>
                </a:cubicBezTo>
                <a:cubicBezTo>
                  <a:pt x="655067" y="28043"/>
                  <a:pt x="654914" y="13178"/>
                  <a:pt x="645179" y="1355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4309554" y="4544979"/>
            <a:ext cx="263959" cy="31226"/>
          </a:xfrm>
          <a:custGeom>
            <a:avLst/>
            <a:gdLst/>
            <a:ahLst/>
            <a:cxnLst/>
            <a:rect l="l" t="t" r="r" b="b"/>
            <a:pathLst>
              <a:path w="125099" h="14799" extrusionOk="0">
                <a:moveTo>
                  <a:pt x="117661" y="0"/>
                </a:moveTo>
                <a:lnTo>
                  <a:pt x="6833" y="0"/>
                </a:lnTo>
                <a:cubicBezTo>
                  <a:pt x="-2463" y="0"/>
                  <a:pt x="-2288" y="14799"/>
                  <a:pt x="7446" y="14799"/>
                </a:cubicBezTo>
                <a:lnTo>
                  <a:pt x="118275" y="14799"/>
                </a:lnTo>
                <a:cubicBezTo>
                  <a:pt x="127571" y="14887"/>
                  <a:pt x="127374" y="0"/>
                  <a:pt x="11766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7710737" y="667122"/>
            <a:ext cx="290374" cy="231224"/>
          </a:xfrm>
          <a:custGeom>
            <a:avLst/>
            <a:gdLst/>
            <a:ahLst/>
            <a:cxnLst/>
            <a:rect l="l" t="t" r="r" b="b"/>
            <a:pathLst>
              <a:path w="137618" h="109585" extrusionOk="0">
                <a:moveTo>
                  <a:pt x="136999" y="99882"/>
                </a:moveTo>
                <a:cubicBezTo>
                  <a:pt x="113869" y="47085"/>
                  <a:pt x="65635" y="9548"/>
                  <a:pt x="8785" y="104"/>
                </a:cubicBezTo>
                <a:cubicBezTo>
                  <a:pt x="-292" y="-1365"/>
                  <a:pt x="-3910" y="13258"/>
                  <a:pt x="5627" y="14771"/>
                </a:cubicBezTo>
                <a:cubicBezTo>
                  <a:pt x="57435" y="23274"/>
                  <a:pt x="101482" y="57237"/>
                  <a:pt x="122902" y="105166"/>
                </a:cubicBezTo>
                <a:cubicBezTo>
                  <a:pt x="126738" y="113936"/>
                  <a:pt x="140705" y="108323"/>
                  <a:pt x="136999" y="9988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7865454" y="617025"/>
            <a:ext cx="132428" cy="91243"/>
          </a:xfrm>
          <a:custGeom>
            <a:avLst/>
            <a:gdLst/>
            <a:ahLst/>
            <a:cxnLst/>
            <a:rect l="l" t="t" r="r" b="b"/>
            <a:pathLst>
              <a:path w="62762" h="43243" extrusionOk="0">
                <a:moveTo>
                  <a:pt x="60351" y="30032"/>
                </a:moveTo>
                <a:cubicBezTo>
                  <a:pt x="45705" y="17367"/>
                  <a:pt x="28955" y="7372"/>
                  <a:pt x="10845" y="500"/>
                </a:cubicBezTo>
                <a:cubicBezTo>
                  <a:pt x="2273" y="-2745"/>
                  <a:pt x="-4765" y="10739"/>
                  <a:pt x="4092" y="14093"/>
                </a:cubicBezTo>
                <a:cubicBezTo>
                  <a:pt x="20996" y="20446"/>
                  <a:pt x="36672" y="29731"/>
                  <a:pt x="50353" y="41521"/>
                </a:cubicBezTo>
                <a:cubicBezTo>
                  <a:pt x="57413" y="47594"/>
                  <a:pt x="67410" y="36127"/>
                  <a:pt x="60351" y="3003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/>
          <p:nvPr/>
        </p:nvSpPr>
        <p:spPr>
          <a:xfrm>
            <a:off x="1711339" y="1054787"/>
            <a:ext cx="2954" cy="1397"/>
          </a:xfrm>
          <a:custGeom>
            <a:avLst/>
            <a:gdLst/>
            <a:ahLst/>
            <a:cxnLst/>
            <a:rect l="l" t="t" r="r" b="b"/>
            <a:pathLst>
              <a:path w="1400" h="662" extrusionOk="0">
                <a:moveTo>
                  <a:pt x="0" y="663"/>
                </a:moveTo>
                <a:cubicBezTo>
                  <a:pt x="2192" y="-368"/>
                  <a:pt x="1513" y="-61"/>
                  <a:pt x="0" y="66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789941" y="506013"/>
            <a:ext cx="7919231" cy="4371184"/>
          </a:xfrm>
          <a:custGeom>
            <a:avLst/>
            <a:gdLst/>
            <a:ahLst/>
            <a:cxnLst/>
            <a:rect l="l" t="t" r="r" b="b"/>
            <a:pathLst>
              <a:path w="3753190" h="2071651" extrusionOk="0">
                <a:moveTo>
                  <a:pt x="3559557" y="312526"/>
                </a:moveTo>
                <a:cubicBezTo>
                  <a:pt x="3462673" y="190537"/>
                  <a:pt x="3320580" y="114262"/>
                  <a:pt x="3169958" y="80871"/>
                </a:cubicBezTo>
                <a:cubicBezTo>
                  <a:pt x="2666702" y="-4635"/>
                  <a:pt x="2149217" y="-1697"/>
                  <a:pt x="1639734" y="934"/>
                </a:cubicBezTo>
                <a:cubicBezTo>
                  <a:pt x="1246802" y="10932"/>
                  <a:pt x="855690" y="56206"/>
                  <a:pt x="467318" y="117923"/>
                </a:cubicBezTo>
                <a:cubicBezTo>
                  <a:pt x="174056" y="164557"/>
                  <a:pt x="89909" y="643718"/>
                  <a:pt x="35646" y="899687"/>
                </a:cubicBezTo>
                <a:cubicBezTo>
                  <a:pt x="-28637" y="1401979"/>
                  <a:pt x="-84588" y="1869849"/>
                  <a:pt x="614695" y="1936390"/>
                </a:cubicBezTo>
                <a:cubicBezTo>
                  <a:pt x="1341779" y="2005561"/>
                  <a:pt x="2076558" y="2008434"/>
                  <a:pt x="2804213" y="1931237"/>
                </a:cubicBezTo>
                <a:cubicBezTo>
                  <a:pt x="2974808" y="1913456"/>
                  <a:pt x="3089078" y="1906791"/>
                  <a:pt x="3089078" y="1906791"/>
                </a:cubicBezTo>
                <a:cubicBezTo>
                  <a:pt x="3099164" y="1977323"/>
                  <a:pt x="3363661" y="2103279"/>
                  <a:pt x="3459384" y="2064341"/>
                </a:cubicBezTo>
                <a:cubicBezTo>
                  <a:pt x="3373725" y="1984887"/>
                  <a:pt x="3328363" y="1836962"/>
                  <a:pt x="3328363" y="1836962"/>
                </a:cubicBezTo>
                <a:cubicBezTo>
                  <a:pt x="3697529" y="1838781"/>
                  <a:pt x="3736708" y="1487660"/>
                  <a:pt x="3747407" y="1232568"/>
                </a:cubicBezTo>
                <a:cubicBezTo>
                  <a:pt x="3760452" y="920406"/>
                  <a:pt x="3769770" y="568692"/>
                  <a:pt x="3559557" y="31252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29421" y="349800"/>
            <a:ext cx="8062595" cy="4512254"/>
          </a:xfrm>
          <a:custGeom>
            <a:avLst/>
            <a:gdLst/>
            <a:ahLst/>
            <a:cxnLst/>
            <a:rect l="l" t="t" r="r" b="b"/>
            <a:pathLst>
              <a:path w="3821135" h="2138509" extrusionOk="0">
                <a:moveTo>
                  <a:pt x="3819859" y="752034"/>
                </a:moveTo>
                <a:cubicBezTo>
                  <a:pt x="3812054" y="539103"/>
                  <a:pt x="3741062" y="308303"/>
                  <a:pt x="3556764" y="183793"/>
                </a:cubicBezTo>
                <a:cubicBezTo>
                  <a:pt x="3418070" y="94210"/>
                  <a:pt x="3245918" y="93267"/>
                  <a:pt x="3087294" y="70619"/>
                </a:cubicBezTo>
                <a:cubicBezTo>
                  <a:pt x="2233223" y="-29401"/>
                  <a:pt x="1371303" y="-1973"/>
                  <a:pt x="513768" y="25410"/>
                </a:cubicBezTo>
                <a:cubicBezTo>
                  <a:pt x="504472" y="25717"/>
                  <a:pt x="504626" y="40517"/>
                  <a:pt x="514360" y="40210"/>
                </a:cubicBezTo>
                <a:cubicBezTo>
                  <a:pt x="1396429" y="12037"/>
                  <a:pt x="2283672" y="-16268"/>
                  <a:pt x="3161333" y="94714"/>
                </a:cubicBezTo>
                <a:cubicBezTo>
                  <a:pt x="3242301" y="104953"/>
                  <a:pt x="3324781" y="113350"/>
                  <a:pt x="3403994" y="133740"/>
                </a:cubicBezTo>
                <a:cubicBezTo>
                  <a:pt x="3829331" y="245730"/>
                  <a:pt x="3826151" y="758590"/>
                  <a:pt x="3794098" y="1112320"/>
                </a:cubicBezTo>
                <a:cubicBezTo>
                  <a:pt x="3788682" y="1201882"/>
                  <a:pt x="3783289" y="1291422"/>
                  <a:pt x="3777873" y="1380984"/>
                </a:cubicBezTo>
                <a:cubicBezTo>
                  <a:pt x="3772919" y="1463047"/>
                  <a:pt x="3775440" y="1551052"/>
                  <a:pt x="3749985" y="1630069"/>
                </a:cubicBezTo>
                <a:cubicBezTo>
                  <a:pt x="3682304" y="1828398"/>
                  <a:pt x="3446681" y="1860474"/>
                  <a:pt x="3265453" y="1869353"/>
                </a:cubicBezTo>
                <a:cubicBezTo>
                  <a:pt x="3261550" y="1869572"/>
                  <a:pt x="3258525" y="1872861"/>
                  <a:pt x="3258634" y="1876786"/>
                </a:cubicBezTo>
                <a:cubicBezTo>
                  <a:pt x="3253372" y="1875865"/>
                  <a:pt x="3247256" y="1880315"/>
                  <a:pt x="3249865" y="1886191"/>
                </a:cubicBezTo>
                <a:cubicBezTo>
                  <a:pt x="3272885" y="1936245"/>
                  <a:pt x="3299743" y="1984457"/>
                  <a:pt x="3330196" y="2030367"/>
                </a:cubicBezTo>
                <a:cubicBezTo>
                  <a:pt x="3349928" y="2060119"/>
                  <a:pt x="3371305" y="2094321"/>
                  <a:pt x="3399850" y="2118065"/>
                </a:cubicBezTo>
                <a:cubicBezTo>
                  <a:pt x="3244186" y="2098991"/>
                  <a:pt x="3086110" y="2032976"/>
                  <a:pt x="3003959" y="1892242"/>
                </a:cubicBezTo>
                <a:cubicBezTo>
                  <a:pt x="2999859" y="1885183"/>
                  <a:pt x="2990103" y="1890752"/>
                  <a:pt x="2990453" y="1897526"/>
                </a:cubicBezTo>
                <a:cubicBezTo>
                  <a:pt x="2129739" y="1952338"/>
                  <a:pt x="1256221" y="2013003"/>
                  <a:pt x="401887" y="1860956"/>
                </a:cubicBezTo>
                <a:cubicBezTo>
                  <a:pt x="297351" y="1841224"/>
                  <a:pt x="184352" y="1811078"/>
                  <a:pt x="108098" y="1731974"/>
                </a:cubicBezTo>
                <a:cubicBezTo>
                  <a:pt x="16212" y="1636602"/>
                  <a:pt x="18953" y="1494092"/>
                  <a:pt x="16147" y="1370482"/>
                </a:cubicBezTo>
                <a:cubicBezTo>
                  <a:pt x="9487" y="1077504"/>
                  <a:pt x="25437" y="784439"/>
                  <a:pt x="63854" y="493916"/>
                </a:cubicBezTo>
                <a:cubicBezTo>
                  <a:pt x="68605" y="458026"/>
                  <a:pt x="73720" y="422223"/>
                  <a:pt x="79202" y="386486"/>
                </a:cubicBezTo>
                <a:cubicBezTo>
                  <a:pt x="80649" y="376795"/>
                  <a:pt x="66200" y="374800"/>
                  <a:pt x="64775" y="384140"/>
                </a:cubicBezTo>
                <a:cubicBezTo>
                  <a:pt x="20408" y="677030"/>
                  <a:pt x="-1230" y="972902"/>
                  <a:pt x="54" y="1269125"/>
                </a:cubicBezTo>
                <a:cubicBezTo>
                  <a:pt x="3869" y="1541932"/>
                  <a:pt x="-19854" y="1759752"/>
                  <a:pt x="293580" y="1850871"/>
                </a:cubicBezTo>
                <a:cubicBezTo>
                  <a:pt x="349290" y="1867336"/>
                  <a:pt x="406579" y="1877421"/>
                  <a:pt x="463868" y="1886739"/>
                </a:cubicBezTo>
                <a:cubicBezTo>
                  <a:pt x="1302153" y="2022671"/>
                  <a:pt x="2155128" y="1967049"/>
                  <a:pt x="2998127" y="1911755"/>
                </a:cubicBezTo>
                <a:cubicBezTo>
                  <a:pt x="3084838" y="2049463"/>
                  <a:pt x="3246971" y="2117276"/>
                  <a:pt x="3404016" y="2133610"/>
                </a:cubicBezTo>
                <a:cubicBezTo>
                  <a:pt x="3407984" y="2133961"/>
                  <a:pt x="3411624" y="2131330"/>
                  <a:pt x="3412501" y="2127427"/>
                </a:cubicBezTo>
                <a:cubicBezTo>
                  <a:pt x="3418552" y="2131461"/>
                  <a:pt x="3424954" y="2134969"/>
                  <a:pt x="3431619" y="2137885"/>
                </a:cubicBezTo>
                <a:cubicBezTo>
                  <a:pt x="3440060" y="2141546"/>
                  <a:pt x="3446966" y="2128063"/>
                  <a:pt x="3438372" y="2124292"/>
                </a:cubicBezTo>
                <a:cubicBezTo>
                  <a:pt x="3394128" y="2105152"/>
                  <a:pt x="3366021" y="2057137"/>
                  <a:pt x="3340479" y="2018506"/>
                </a:cubicBezTo>
                <a:cubicBezTo>
                  <a:pt x="3312196" y="1975643"/>
                  <a:pt x="3287092" y="1930742"/>
                  <a:pt x="3265409" y="1884174"/>
                </a:cubicBezTo>
                <a:cubicBezTo>
                  <a:pt x="3490267" y="1876413"/>
                  <a:pt x="3757769" y="1818401"/>
                  <a:pt x="3780987" y="1549825"/>
                </a:cubicBezTo>
                <a:cubicBezTo>
                  <a:pt x="3790809" y="1463069"/>
                  <a:pt x="3792848" y="1374976"/>
                  <a:pt x="3798132" y="1287826"/>
                </a:cubicBezTo>
                <a:cubicBezTo>
                  <a:pt x="3806945" y="1109339"/>
                  <a:pt x="3826261" y="930851"/>
                  <a:pt x="3819859" y="75203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" name="Google Shape;40;p4"/>
          <p:cNvGrpSpPr/>
          <p:nvPr/>
        </p:nvGrpSpPr>
        <p:grpSpPr>
          <a:xfrm>
            <a:off x="550224" y="368620"/>
            <a:ext cx="878229" cy="627539"/>
            <a:chOff x="550224" y="368620"/>
            <a:chExt cx="878229" cy="627539"/>
          </a:xfrm>
        </p:grpSpPr>
        <p:sp>
          <p:nvSpPr>
            <p:cNvPr id="41" name="Google Shape;41;p4"/>
            <p:cNvSpPr/>
            <p:nvPr/>
          </p:nvSpPr>
          <p:spPr>
            <a:xfrm>
              <a:off x="550224" y="368620"/>
              <a:ext cx="430805" cy="627539"/>
            </a:xfrm>
            <a:custGeom>
              <a:avLst/>
              <a:gdLst/>
              <a:ahLst/>
              <a:cxnLst/>
              <a:rect l="l" t="t" r="r" b="b"/>
              <a:pathLst>
                <a:path w="204173" h="297412" extrusionOk="0">
                  <a:moveTo>
                    <a:pt x="139600" y="3918"/>
                  </a:moveTo>
                  <a:cubicBezTo>
                    <a:pt x="98338" y="-8491"/>
                    <a:pt x="54708" y="9706"/>
                    <a:pt x="28442" y="42571"/>
                  </a:cubicBezTo>
                  <a:cubicBezTo>
                    <a:pt x="-1200" y="79689"/>
                    <a:pt x="-6483" y="131738"/>
                    <a:pt x="7088" y="176311"/>
                  </a:cubicBezTo>
                  <a:cubicBezTo>
                    <a:pt x="15375" y="203497"/>
                    <a:pt x="33244" y="222045"/>
                    <a:pt x="55322" y="238993"/>
                  </a:cubicBezTo>
                  <a:cubicBezTo>
                    <a:pt x="80842" y="258550"/>
                    <a:pt x="107305" y="276835"/>
                    <a:pt x="134360" y="294199"/>
                  </a:cubicBezTo>
                  <a:cubicBezTo>
                    <a:pt x="135671" y="295098"/>
                    <a:pt x="137291" y="295449"/>
                    <a:pt x="138855" y="295142"/>
                  </a:cubicBezTo>
                  <a:cubicBezTo>
                    <a:pt x="140391" y="296326"/>
                    <a:pt x="142213" y="297093"/>
                    <a:pt x="144138" y="297334"/>
                  </a:cubicBezTo>
                  <a:cubicBezTo>
                    <a:pt x="153237" y="298606"/>
                    <a:pt x="156855" y="283982"/>
                    <a:pt x="147295" y="282667"/>
                  </a:cubicBezTo>
                  <a:cubicBezTo>
                    <a:pt x="145827" y="282448"/>
                    <a:pt x="140981" y="260479"/>
                    <a:pt x="140148" y="257081"/>
                  </a:cubicBezTo>
                  <a:cubicBezTo>
                    <a:pt x="133825" y="231100"/>
                    <a:pt x="132067" y="204221"/>
                    <a:pt x="134952" y="177648"/>
                  </a:cubicBezTo>
                  <a:cubicBezTo>
                    <a:pt x="176609" y="182954"/>
                    <a:pt x="202633" y="143665"/>
                    <a:pt x="203883" y="105670"/>
                  </a:cubicBezTo>
                  <a:cubicBezTo>
                    <a:pt x="206974" y="59694"/>
                    <a:pt x="185444" y="17687"/>
                    <a:pt x="139600" y="3918"/>
                  </a:cubicBezTo>
                  <a:close/>
                  <a:moveTo>
                    <a:pt x="183054" y="133777"/>
                  </a:moveTo>
                  <a:cubicBezTo>
                    <a:pt x="174767" y="153268"/>
                    <a:pt x="153741" y="169383"/>
                    <a:pt x="131882" y="161709"/>
                  </a:cubicBezTo>
                  <a:cubicBezTo>
                    <a:pt x="129346" y="160810"/>
                    <a:pt x="126524" y="161336"/>
                    <a:pt x="124472" y="163068"/>
                  </a:cubicBezTo>
                  <a:cubicBezTo>
                    <a:pt x="123380" y="163770"/>
                    <a:pt x="122532" y="164800"/>
                    <a:pt x="122038" y="166006"/>
                  </a:cubicBezTo>
                  <a:cubicBezTo>
                    <a:pt x="121199" y="167475"/>
                    <a:pt x="120874" y="169185"/>
                    <a:pt x="121118" y="170852"/>
                  </a:cubicBezTo>
                  <a:cubicBezTo>
                    <a:pt x="116602" y="204944"/>
                    <a:pt x="119253" y="239629"/>
                    <a:pt x="128901" y="272647"/>
                  </a:cubicBezTo>
                  <a:cubicBezTo>
                    <a:pt x="113583" y="262540"/>
                    <a:pt x="98506" y="252082"/>
                    <a:pt x="83670" y="241229"/>
                  </a:cubicBezTo>
                  <a:cubicBezTo>
                    <a:pt x="67008" y="229039"/>
                    <a:pt x="48460" y="216783"/>
                    <a:pt x="35699" y="200274"/>
                  </a:cubicBezTo>
                  <a:cubicBezTo>
                    <a:pt x="-9706" y="138886"/>
                    <a:pt x="18840" y="27553"/>
                    <a:pt x="100223" y="15450"/>
                  </a:cubicBezTo>
                  <a:cubicBezTo>
                    <a:pt x="169505" y="7667"/>
                    <a:pt x="206601" y="72783"/>
                    <a:pt x="183054" y="1337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1007307" y="372376"/>
              <a:ext cx="421145" cy="613504"/>
            </a:xfrm>
            <a:custGeom>
              <a:avLst/>
              <a:gdLst/>
              <a:ahLst/>
              <a:cxnLst/>
              <a:rect l="l" t="t" r="r" b="b"/>
              <a:pathLst>
                <a:path w="199595" h="290760" extrusionOk="0">
                  <a:moveTo>
                    <a:pt x="136439" y="3825"/>
                  </a:moveTo>
                  <a:cubicBezTo>
                    <a:pt x="96098" y="-8299"/>
                    <a:pt x="53476" y="9504"/>
                    <a:pt x="27803" y="41623"/>
                  </a:cubicBezTo>
                  <a:cubicBezTo>
                    <a:pt x="-1182" y="77908"/>
                    <a:pt x="-6334" y="128751"/>
                    <a:pt x="6930" y="172359"/>
                  </a:cubicBezTo>
                  <a:cubicBezTo>
                    <a:pt x="15021" y="198932"/>
                    <a:pt x="32494" y="217063"/>
                    <a:pt x="54090" y="233616"/>
                  </a:cubicBezTo>
                  <a:cubicBezTo>
                    <a:pt x="79040" y="252735"/>
                    <a:pt x="104911" y="270603"/>
                    <a:pt x="131352" y="287573"/>
                  </a:cubicBezTo>
                  <a:cubicBezTo>
                    <a:pt x="132626" y="288472"/>
                    <a:pt x="134211" y="288801"/>
                    <a:pt x="135737" y="288494"/>
                  </a:cubicBezTo>
                  <a:cubicBezTo>
                    <a:pt x="137241" y="289678"/>
                    <a:pt x="139037" y="290423"/>
                    <a:pt x="140933" y="290686"/>
                  </a:cubicBezTo>
                  <a:cubicBezTo>
                    <a:pt x="149813" y="291914"/>
                    <a:pt x="153343" y="277641"/>
                    <a:pt x="144003" y="276347"/>
                  </a:cubicBezTo>
                  <a:cubicBezTo>
                    <a:pt x="142556" y="276150"/>
                    <a:pt x="137842" y="254664"/>
                    <a:pt x="137009" y="251332"/>
                  </a:cubicBezTo>
                  <a:cubicBezTo>
                    <a:pt x="130839" y="225943"/>
                    <a:pt x="129125" y="199677"/>
                    <a:pt x="131944" y="173697"/>
                  </a:cubicBezTo>
                  <a:cubicBezTo>
                    <a:pt x="172768" y="178893"/>
                    <a:pt x="198091" y="140481"/>
                    <a:pt x="199318" y="103341"/>
                  </a:cubicBezTo>
                  <a:cubicBezTo>
                    <a:pt x="202300" y="58352"/>
                    <a:pt x="181253" y="17287"/>
                    <a:pt x="136439" y="3825"/>
                  </a:cubicBezTo>
                  <a:close/>
                  <a:moveTo>
                    <a:pt x="178907" y="130768"/>
                  </a:moveTo>
                  <a:cubicBezTo>
                    <a:pt x="170794" y="149799"/>
                    <a:pt x="150251" y="165541"/>
                    <a:pt x="128897" y="158042"/>
                  </a:cubicBezTo>
                  <a:cubicBezTo>
                    <a:pt x="126417" y="157187"/>
                    <a:pt x="123670" y="157692"/>
                    <a:pt x="121662" y="159380"/>
                  </a:cubicBezTo>
                  <a:cubicBezTo>
                    <a:pt x="120592" y="160082"/>
                    <a:pt x="119756" y="161068"/>
                    <a:pt x="119272" y="162252"/>
                  </a:cubicBezTo>
                  <a:cubicBezTo>
                    <a:pt x="118458" y="163699"/>
                    <a:pt x="118143" y="165343"/>
                    <a:pt x="118373" y="166988"/>
                  </a:cubicBezTo>
                  <a:cubicBezTo>
                    <a:pt x="113973" y="200335"/>
                    <a:pt x="116571" y="234230"/>
                    <a:pt x="126003" y="266503"/>
                  </a:cubicBezTo>
                  <a:cubicBezTo>
                    <a:pt x="111006" y="256615"/>
                    <a:pt x="96266" y="246399"/>
                    <a:pt x="81781" y="235809"/>
                  </a:cubicBezTo>
                  <a:cubicBezTo>
                    <a:pt x="65491" y="223882"/>
                    <a:pt x="47359" y="211911"/>
                    <a:pt x="34884" y="195775"/>
                  </a:cubicBezTo>
                  <a:cubicBezTo>
                    <a:pt x="-9491" y="135855"/>
                    <a:pt x="18419" y="26955"/>
                    <a:pt x="97961" y="15116"/>
                  </a:cubicBezTo>
                  <a:cubicBezTo>
                    <a:pt x="165664" y="7508"/>
                    <a:pt x="202015" y="71133"/>
                    <a:pt x="178907" y="13076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1305031" y="475050"/>
              <a:ext cx="59409" cy="175613"/>
            </a:xfrm>
            <a:custGeom>
              <a:avLst/>
              <a:gdLst/>
              <a:ahLst/>
              <a:cxnLst/>
              <a:rect l="l" t="t" r="r" b="b"/>
              <a:pathLst>
                <a:path w="28156" h="83229" extrusionOk="0">
                  <a:moveTo>
                    <a:pt x="12001" y="2074"/>
                  </a:moveTo>
                  <a:cubicBezTo>
                    <a:pt x="5687" y="-4723"/>
                    <a:pt x="-4289" y="6788"/>
                    <a:pt x="2004" y="13584"/>
                  </a:cubicBezTo>
                  <a:cubicBezTo>
                    <a:pt x="17298" y="29699"/>
                    <a:pt x="17395" y="54956"/>
                    <a:pt x="2223" y="71180"/>
                  </a:cubicBezTo>
                  <a:cubicBezTo>
                    <a:pt x="-4354" y="78459"/>
                    <a:pt x="6608" y="87887"/>
                    <a:pt x="13054" y="80608"/>
                  </a:cubicBezTo>
                  <a:cubicBezTo>
                    <a:pt x="33750" y="57455"/>
                    <a:pt x="32961" y="24678"/>
                    <a:pt x="12001" y="20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1260832" y="642594"/>
              <a:ext cx="30076" cy="31226"/>
            </a:xfrm>
            <a:custGeom>
              <a:avLst/>
              <a:gdLst/>
              <a:ahLst/>
              <a:cxnLst/>
              <a:rect l="l" t="t" r="r" b="b"/>
              <a:pathLst>
                <a:path w="14254" h="14799" extrusionOk="0">
                  <a:moveTo>
                    <a:pt x="6816" y="0"/>
                  </a:moveTo>
                  <a:cubicBezTo>
                    <a:pt x="-2458" y="0"/>
                    <a:pt x="-2283" y="14799"/>
                    <a:pt x="7430" y="14799"/>
                  </a:cubicBezTo>
                  <a:cubicBezTo>
                    <a:pt x="16726" y="14799"/>
                    <a:pt x="16529" y="0"/>
                    <a:pt x="6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611671" y="601479"/>
              <a:ext cx="103968" cy="202921"/>
            </a:xfrm>
            <a:custGeom>
              <a:avLst/>
              <a:gdLst/>
              <a:ahLst/>
              <a:cxnLst/>
              <a:rect l="l" t="t" r="r" b="b"/>
              <a:pathLst>
                <a:path w="49274" h="96171" extrusionOk="0">
                  <a:moveTo>
                    <a:pt x="46778" y="83022"/>
                  </a:moveTo>
                  <a:cubicBezTo>
                    <a:pt x="27791" y="67456"/>
                    <a:pt x="9199" y="33057"/>
                    <a:pt x="16281" y="8194"/>
                  </a:cubicBezTo>
                  <a:cubicBezTo>
                    <a:pt x="18978" y="-1277"/>
                    <a:pt x="4442" y="-3163"/>
                    <a:pt x="1877" y="5848"/>
                  </a:cubicBezTo>
                  <a:cubicBezTo>
                    <a:pt x="-2947" y="22796"/>
                    <a:pt x="2271" y="39436"/>
                    <a:pt x="9112" y="55091"/>
                  </a:cubicBezTo>
                  <a:cubicBezTo>
                    <a:pt x="15689" y="70153"/>
                    <a:pt x="23933" y="83965"/>
                    <a:pt x="36802" y="94555"/>
                  </a:cubicBezTo>
                  <a:cubicBezTo>
                    <a:pt x="43994" y="100409"/>
                    <a:pt x="53991" y="88920"/>
                    <a:pt x="46778" y="830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714300" y="1186825"/>
            <a:ext cx="5715300" cy="2769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06400" algn="ctr" rtl="0">
              <a:spcBef>
                <a:spcPts val="0"/>
              </a:spcBef>
              <a:spcAft>
                <a:spcPts val="0"/>
              </a:spcAft>
              <a:buSzPts val="2800"/>
              <a:buFont typeface="Nunito SemiBold"/>
              <a:buChar char="✗"/>
              <a:defRPr sz="2800"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marL="914400" lvl="1" indent="-406400" algn="ctr" rtl="0">
              <a:spcBef>
                <a:spcPts val="1000"/>
              </a:spcBef>
              <a:spcAft>
                <a:spcPts val="0"/>
              </a:spcAft>
              <a:buSzPts val="2800"/>
              <a:buFont typeface="Nunito SemiBold"/>
              <a:buChar char="✗"/>
              <a:defRPr sz="2800"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marL="1371600" lvl="2" indent="-406400" algn="ctr" rtl="0">
              <a:spcBef>
                <a:spcPts val="1000"/>
              </a:spcBef>
              <a:spcAft>
                <a:spcPts val="0"/>
              </a:spcAft>
              <a:buSzPts val="2800"/>
              <a:buFont typeface="Nunito SemiBold"/>
              <a:buChar char="■"/>
              <a:defRPr sz="2800"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marL="1828800" lvl="3" indent="-406400" algn="ctr" rtl="0">
              <a:spcBef>
                <a:spcPts val="1000"/>
              </a:spcBef>
              <a:spcAft>
                <a:spcPts val="0"/>
              </a:spcAft>
              <a:buSzPts val="2800"/>
              <a:buFont typeface="Nunito SemiBold"/>
              <a:buChar char="●"/>
              <a:defRPr sz="2800"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marL="2286000" lvl="4" indent="-406400" algn="ctr" rtl="0">
              <a:spcBef>
                <a:spcPts val="1000"/>
              </a:spcBef>
              <a:spcAft>
                <a:spcPts val="0"/>
              </a:spcAft>
              <a:buSzPts val="2800"/>
              <a:buFont typeface="Nunito SemiBold"/>
              <a:buChar char="○"/>
              <a:defRPr sz="2800"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marL="2743200" lvl="5" indent="-406400" algn="ctr" rtl="0">
              <a:spcBef>
                <a:spcPts val="1000"/>
              </a:spcBef>
              <a:spcAft>
                <a:spcPts val="0"/>
              </a:spcAft>
              <a:buSzPts val="2800"/>
              <a:buFont typeface="Nunito SemiBold"/>
              <a:buChar char="■"/>
              <a:defRPr sz="2800"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marL="3200400" lvl="6" indent="-406400" algn="ctr" rtl="0">
              <a:spcBef>
                <a:spcPts val="1000"/>
              </a:spcBef>
              <a:spcAft>
                <a:spcPts val="0"/>
              </a:spcAft>
              <a:buSzPts val="2800"/>
              <a:buFont typeface="Nunito SemiBold"/>
              <a:buChar char="●"/>
              <a:defRPr sz="2800"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marL="3657600" lvl="7" indent="-406400" algn="ctr" rtl="0">
              <a:spcBef>
                <a:spcPts val="1000"/>
              </a:spcBef>
              <a:spcAft>
                <a:spcPts val="0"/>
              </a:spcAft>
              <a:buSzPts val="2800"/>
              <a:buFont typeface="Nunito SemiBold"/>
              <a:buChar char="○"/>
              <a:defRPr sz="2800"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marL="4114800" lvl="8" indent="-406400" algn="ctr" rtl="0">
              <a:spcBef>
                <a:spcPts val="1000"/>
              </a:spcBef>
              <a:spcAft>
                <a:spcPts val="1000"/>
              </a:spcAft>
              <a:buSzPts val="2800"/>
              <a:buFont typeface="Nunito SemiBold"/>
              <a:buChar char="■"/>
              <a:defRPr sz="2800"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04375" y="4693376"/>
            <a:ext cx="548700" cy="300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" name="Google Shape;48;p4"/>
          <p:cNvSpPr/>
          <p:nvPr/>
        </p:nvSpPr>
        <p:spPr>
          <a:xfrm rot="-10653455">
            <a:off x="308904" y="3412015"/>
            <a:ext cx="814998" cy="1023408"/>
          </a:xfrm>
          <a:custGeom>
            <a:avLst/>
            <a:gdLst/>
            <a:ahLst/>
            <a:cxnLst/>
            <a:rect l="l" t="t" r="r" b="b"/>
            <a:pathLst>
              <a:path w="385904" h="484587" extrusionOk="0">
                <a:moveTo>
                  <a:pt x="316148" y="219239"/>
                </a:moveTo>
                <a:cubicBezTo>
                  <a:pt x="261491" y="116194"/>
                  <a:pt x="157744" y="32311"/>
                  <a:pt x="38101" y="26786"/>
                </a:cubicBezTo>
                <a:cubicBezTo>
                  <a:pt x="47463" y="22510"/>
                  <a:pt x="56935" y="18432"/>
                  <a:pt x="66471" y="14530"/>
                </a:cubicBezTo>
                <a:cubicBezTo>
                  <a:pt x="75241" y="10978"/>
                  <a:pt x="71273" y="-3010"/>
                  <a:pt x="62086" y="586"/>
                </a:cubicBezTo>
                <a:cubicBezTo>
                  <a:pt x="42552" y="8566"/>
                  <a:pt x="23390" y="17336"/>
                  <a:pt x="4578" y="26895"/>
                </a:cubicBezTo>
                <a:cubicBezTo>
                  <a:pt x="-2854" y="30645"/>
                  <a:pt x="-508" y="42440"/>
                  <a:pt x="6398" y="41585"/>
                </a:cubicBezTo>
                <a:cubicBezTo>
                  <a:pt x="7473" y="41870"/>
                  <a:pt x="8591" y="41957"/>
                  <a:pt x="9709" y="41826"/>
                </a:cubicBezTo>
                <a:cubicBezTo>
                  <a:pt x="22162" y="48710"/>
                  <a:pt x="33190" y="57875"/>
                  <a:pt x="42267" y="68837"/>
                </a:cubicBezTo>
                <a:cubicBezTo>
                  <a:pt x="48231" y="76094"/>
                  <a:pt x="60618" y="67368"/>
                  <a:pt x="54786" y="60265"/>
                </a:cubicBezTo>
                <a:cubicBezTo>
                  <a:pt x="49217" y="53468"/>
                  <a:pt x="42990" y="47241"/>
                  <a:pt x="36216" y="41650"/>
                </a:cubicBezTo>
                <a:cubicBezTo>
                  <a:pt x="257544" y="58730"/>
                  <a:pt x="357411" y="281133"/>
                  <a:pt x="371135" y="478147"/>
                </a:cubicBezTo>
                <a:cubicBezTo>
                  <a:pt x="372034" y="487859"/>
                  <a:pt x="386723" y="485952"/>
                  <a:pt x="385869" y="476678"/>
                </a:cubicBezTo>
                <a:cubicBezTo>
                  <a:pt x="377756" y="387730"/>
                  <a:pt x="358704" y="298409"/>
                  <a:pt x="316148" y="21923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 rot="5624237">
            <a:off x="8289671" y="2866841"/>
            <a:ext cx="540119" cy="264234"/>
          </a:xfrm>
          <a:custGeom>
            <a:avLst/>
            <a:gdLst/>
            <a:ahLst/>
            <a:cxnLst/>
            <a:rect l="l" t="t" r="r" b="b"/>
            <a:pathLst>
              <a:path w="256043" h="125260" extrusionOk="0">
                <a:moveTo>
                  <a:pt x="122835" y="3891"/>
                </a:moveTo>
                <a:cubicBezTo>
                  <a:pt x="106677" y="35258"/>
                  <a:pt x="90541" y="66632"/>
                  <a:pt x="74404" y="98013"/>
                </a:cubicBezTo>
                <a:cubicBezTo>
                  <a:pt x="67103" y="82972"/>
                  <a:pt x="59737" y="67939"/>
                  <a:pt x="52348" y="52914"/>
                </a:cubicBezTo>
                <a:cubicBezTo>
                  <a:pt x="49783" y="47630"/>
                  <a:pt x="41583" y="45218"/>
                  <a:pt x="38602" y="51708"/>
                </a:cubicBezTo>
                <a:cubicBezTo>
                  <a:pt x="30007" y="70416"/>
                  <a:pt x="17598" y="87110"/>
                  <a:pt x="2141" y="100709"/>
                </a:cubicBezTo>
                <a:cubicBezTo>
                  <a:pt x="-4787" y="106848"/>
                  <a:pt x="6723" y="116802"/>
                  <a:pt x="13629" y="110685"/>
                </a:cubicBezTo>
                <a:cubicBezTo>
                  <a:pt x="26258" y="99453"/>
                  <a:pt x="36979" y="86235"/>
                  <a:pt x="45354" y="71550"/>
                </a:cubicBezTo>
                <a:lnTo>
                  <a:pt x="67432" y="116670"/>
                </a:lnTo>
                <a:cubicBezTo>
                  <a:pt x="70107" y="122174"/>
                  <a:pt x="77978" y="124147"/>
                  <a:pt x="81179" y="117876"/>
                </a:cubicBezTo>
                <a:lnTo>
                  <a:pt x="128580" y="25793"/>
                </a:lnTo>
                <a:cubicBezTo>
                  <a:pt x="139147" y="55900"/>
                  <a:pt x="147259" y="86822"/>
                  <a:pt x="152784" y="118249"/>
                </a:cubicBezTo>
                <a:cubicBezTo>
                  <a:pt x="153969" y="125024"/>
                  <a:pt x="163462" y="128422"/>
                  <a:pt x="166970" y="121318"/>
                </a:cubicBezTo>
                <a:cubicBezTo>
                  <a:pt x="177515" y="99979"/>
                  <a:pt x="188039" y="78638"/>
                  <a:pt x="198585" y="57299"/>
                </a:cubicBezTo>
                <a:cubicBezTo>
                  <a:pt x="214107" y="75321"/>
                  <a:pt x="228819" y="94022"/>
                  <a:pt x="242434" y="113469"/>
                </a:cubicBezTo>
                <a:cubicBezTo>
                  <a:pt x="247959" y="121297"/>
                  <a:pt x="260259" y="113711"/>
                  <a:pt x="254580" y="105686"/>
                </a:cubicBezTo>
                <a:cubicBezTo>
                  <a:pt x="238509" y="82896"/>
                  <a:pt x="221145" y="61039"/>
                  <a:pt x="202575" y="40220"/>
                </a:cubicBezTo>
                <a:cubicBezTo>
                  <a:pt x="199023" y="36229"/>
                  <a:pt x="192512" y="35089"/>
                  <a:pt x="189705" y="40746"/>
                </a:cubicBezTo>
                <a:lnTo>
                  <a:pt x="163001" y="94899"/>
                </a:lnTo>
                <a:cubicBezTo>
                  <a:pt x="156468" y="64295"/>
                  <a:pt x="147566" y="34241"/>
                  <a:pt x="136407" y="5009"/>
                </a:cubicBezTo>
                <a:cubicBezTo>
                  <a:pt x="134324" y="-823"/>
                  <a:pt x="125861" y="-2029"/>
                  <a:pt x="122835" y="389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 rot="5400000">
            <a:off x="6259143" y="-119213"/>
            <a:ext cx="113330" cy="954049"/>
          </a:xfrm>
          <a:custGeom>
            <a:avLst/>
            <a:gdLst/>
            <a:ahLst/>
            <a:cxnLst/>
            <a:rect l="l" t="t" r="r" b="b"/>
            <a:pathLst>
              <a:path w="53711" h="452156" extrusionOk="0">
                <a:moveTo>
                  <a:pt x="39194" y="6047"/>
                </a:moveTo>
                <a:cubicBezTo>
                  <a:pt x="16217" y="151582"/>
                  <a:pt x="8039" y="298805"/>
                  <a:pt x="15" y="445744"/>
                </a:cubicBezTo>
                <a:cubicBezTo>
                  <a:pt x="-533" y="455478"/>
                  <a:pt x="14244" y="453439"/>
                  <a:pt x="14748" y="444275"/>
                </a:cubicBezTo>
                <a:cubicBezTo>
                  <a:pt x="22707" y="298586"/>
                  <a:pt x="30819" y="152678"/>
                  <a:pt x="53598" y="8393"/>
                </a:cubicBezTo>
                <a:cubicBezTo>
                  <a:pt x="55133" y="-1298"/>
                  <a:pt x="40597" y="-3271"/>
                  <a:pt x="39194" y="604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 rot="5400000">
            <a:off x="6459663" y="73310"/>
            <a:ext cx="80437" cy="399039"/>
          </a:xfrm>
          <a:custGeom>
            <a:avLst/>
            <a:gdLst/>
            <a:ahLst/>
            <a:cxnLst/>
            <a:rect l="l" t="t" r="r" b="b"/>
            <a:pathLst>
              <a:path w="38122" h="189118" extrusionOk="0">
                <a:moveTo>
                  <a:pt x="23673" y="6072"/>
                </a:moveTo>
                <a:cubicBezTo>
                  <a:pt x="15809" y="64288"/>
                  <a:pt x="7945" y="122498"/>
                  <a:pt x="82" y="180701"/>
                </a:cubicBezTo>
                <a:cubicBezTo>
                  <a:pt x="-1212" y="190414"/>
                  <a:pt x="13237" y="192409"/>
                  <a:pt x="14486" y="183047"/>
                </a:cubicBezTo>
                <a:cubicBezTo>
                  <a:pt x="22364" y="124844"/>
                  <a:pt x="30213" y="66634"/>
                  <a:pt x="38033" y="8418"/>
                </a:cubicBezTo>
                <a:cubicBezTo>
                  <a:pt x="39393" y="-1295"/>
                  <a:pt x="24879" y="-3290"/>
                  <a:pt x="23673" y="607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 flipH="1">
            <a:off x="486100" y="253760"/>
            <a:ext cx="290374" cy="231224"/>
          </a:xfrm>
          <a:custGeom>
            <a:avLst/>
            <a:gdLst/>
            <a:ahLst/>
            <a:cxnLst/>
            <a:rect l="l" t="t" r="r" b="b"/>
            <a:pathLst>
              <a:path w="137618" h="109585" extrusionOk="0">
                <a:moveTo>
                  <a:pt x="136999" y="99882"/>
                </a:moveTo>
                <a:cubicBezTo>
                  <a:pt x="113869" y="47085"/>
                  <a:pt x="65635" y="9548"/>
                  <a:pt x="8785" y="104"/>
                </a:cubicBezTo>
                <a:cubicBezTo>
                  <a:pt x="-292" y="-1365"/>
                  <a:pt x="-3910" y="13258"/>
                  <a:pt x="5627" y="14771"/>
                </a:cubicBezTo>
                <a:cubicBezTo>
                  <a:pt x="57435" y="23274"/>
                  <a:pt x="101482" y="57237"/>
                  <a:pt x="122902" y="105166"/>
                </a:cubicBezTo>
                <a:cubicBezTo>
                  <a:pt x="126738" y="113936"/>
                  <a:pt x="140705" y="108323"/>
                  <a:pt x="136999" y="9988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 flipH="1">
            <a:off x="509560" y="230637"/>
            <a:ext cx="132428" cy="91243"/>
          </a:xfrm>
          <a:custGeom>
            <a:avLst/>
            <a:gdLst/>
            <a:ahLst/>
            <a:cxnLst/>
            <a:rect l="l" t="t" r="r" b="b"/>
            <a:pathLst>
              <a:path w="62762" h="43243" extrusionOk="0">
                <a:moveTo>
                  <a:pt x="60351" y="30032"/>
                </a:moveTo>
                <a:cubicBezTo>
                  <a:pt x="45705" y="17367"/>
                  <a:pt x="28955" y="7372"/>
                  <a:pt x="10845" y="500"/>
                </a:cubicBezTo>
                <a:cubicBezTo>
                  <a:pt x="2273" y="-2745"/>
                  <a:pt x="-4765" y="10739"/>
                  <a:pt x="4092" y="14093"/>
                </a:cubicBezTo>
                <a:cubicBezTo>
                  <a:pt x="20996" y="20446"/>
                  <a:pt x="36672" y="29731"/>
                  <a:pt x="50353" y="41521"/>
                </a:cubicBezTo>
                <a:cubicBezTo>
                  <a:pt x="57413" y="47594"/>
                  <a:pt x="67410" y="36127"/>
                  <a:pt x="60351" y="3003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"/>
          <p:cNvSpPr/>
          <p:nvPr/>
        </p:nvSpPr>
        <p:spPr>
          <a:xfrm rot="-884877">
            <a:off x="7997294" y="3564834"/>
            <a:ext cx="912816" cy="928284"/>
          </a:xfrm>
          <a:custGeom>
            <a:avLst/>
            <a:gdLst/>
            <a:ahLst/>
            <a:cxnLst/>
            <a:rect l="l" t="t" r="r" b="b"/>
            <a:pathLst>
              <a:path w="549996" h="559316" extrusionOk="0">
                <a:moveTo>
                  <a:pt x="536665" y="198722"/>
                </a:moveTo>
                <a:cubicBezTo>
                  <a:pt x="507988" y="55467"/>
                  <a:pt x="324589" y="-49573"/>
                  <a:pt x="179295" y="24291"/>
                </a:cubicBezTo>
                <a:cubicBezTo>
                  <a:pt x="17974" y="106420"/>
                  <a:pt x="-81169" y="375917"/>
                  <a:pt x="88111" y="512244"/>
                </a:cubicBezTo>
                <a:cubicBezTo>
                  <a:pt x="141168" y="554536"/>
                  <a:pt x="210888" y="558504"/>
                  <a:pt x="276092" y="557584"/>
                </a:cubicBezTo>
                <a:cubicBezTo>
                  <a:pt x="484178" y="579947"/>
                  <a:pt x="588999" y="381814"/>
                  <a:pt x="536665" y="1987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642525" y="331773"/>
            <a:ext cx="6943343" cy="927756"/>
          </a:xfrm>
          <a:custGeom>
            <a:avLst/>
            <a:gdLst/>
            <a:ahLst/>
            <a:cxnLst/>
            <a:rect l="l" t="t" r="r" b="b"/>
            <a:pathLst>
              <a:path w="3290684" h="399035" extrusionOk="0">
                <a:moveTo>
                  <a:pt x="3288221" y="146895"/>
                </a:moveTo>
                <a:cubicBezTo>
                  <a:pt x="3288879" y="83708"/>
                  <a:pt x="3268160" y="25739"/>
                  <a:pt x="3196488" y="21201"/>
                </a:cubicBezTo>
                <a:cubicBezTo>
                  <a:pt x="2907830" y="16005"/>
                  <a:pt x="2618711" y="18197"/>
                  <a:pt x="2329921" y="14777"/>
                </a:cubicBezTo>
                <a:cubicBezTo>
                  <a:pt x="1580495" y="9866"/>
                  <a:pt x="931222" y="0"/>
                  <a:pt x="181841" y="0"/>
                </a:cubicBezTo>
                <a:cubicBezTo>
                  <a:pt x="-44245" y="0"/>
                  <a:pt x="4866" y="162044"/>
                  <a:pt x="3813" y="206244"/>
                </a:cubicBezTo>
                <a:cubicBezTo>
                  <a:pt x="-6272" y="347395"/>
                  <a:pt x="64456" y="394927"/>
                  <a:pt x="198174" y="383395"/>
                </a:cubicBezTo>
                <a:lnTo>
                  <a:pt x="1064019" y="387780"/>
                </a:lnTo>
                <a:lnTo>
                  <a:pt x="2795708" y="396549"/>
                </a:lnTo>
                <a:cubicBezTo>
                  <a:pt x="2909277" y="397119"/>
                  <a:pt x="3023284" y="400671"/>
                  <a:pt x="3136832" y="398128"/>
                </a:cubicBezTo>
                <a:cubicBezTo>
                  <a:pt x="3275790" y="400627"/>
                  <a:pt x="3299512" y="257767"/>
                  <a:pt x="3288221" y="1468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368194" y="422127"/>
            <a:ext cx="8379859" cy="4302579"/>
          </a:xfrm>
          <a:custGeom>
            <a:avLst/>
            <a:gdLst/>
            <a:ahLst/>
            <a:cxnLst/>
            <a:rect l="l" t="t" r="r" b="b"/>
            <a:pathLst>
              <a:path w="3971497" h="2039137" extrusionOk="0">
                <a:moveTo>
                  <a:pt x="3947725" y="299512"/>
                </a:moveTo>
                <a:cubicBezTo>
                  <a:pt x="3924134" y="113307"/>
                  <a:pt x="3885284" y="33501"/>
                  <a:pt x="3686450" y="8902"/>
                </a:cubicBezTo>
                <a:cubicBezTo>
                  <a:pt x="3601997" y="-3398"/>
                  <a:pt x="3538196" y="330"/>
                  <a:pt x="3453085" y="1250"/>
                </a:cubicBezTo>
                <a:cubicBezTo>
                  <a:pt x="2545650" y="21443"/>
                  <a:pt x="1638390" y="51765"/>
                  <a:pt x="731371" y="878"/>
                </a:cubicBezTo>
                <a:cubicBezTo>
                  <a:pt x="642467" y="-87"/>
                  <a:pt x="553519" y="1250"/>
                  <a:pt x="464769" y="6534"/>
                </a:cubicBezTo>
                <a:cubicBezTo>
                  <a:pt x="385183" y="11292"/>
                  <a:pt x="302374" y="15304"/>
                  <a:pt x="224563" y="33743"/>
                </a:cubicBezTo>
                <a:cubicBezTo>
                  <a:pt x="159908" y="49090"/>
                  <a:pt x="106653" y="83204"/>
                  <a:pt x="86570" y="149329"/>
                </a:cubicBezTo>
                <a:cubicBezTo>
                  <a:pt x="9067" y="671747"/>
                  <a:pt x="-7925" y="1209227"/>
                  <a:pt x="2994" y="1737127"/>
                </a:cubicBezTo>
                <a:cubicBezTo>
                  <a:pt x="7729" y="2035301"/>
                  <a:pt x="225024" y="2012784"/>
                  <a:pt x="454881" y="2012828"/>
                </a:cubicBezTo>
                <a:cubicBezTo>
                  <a:pt x="1452075" y="2021379"/>
                  <a:pt x="2463170" y="2030543"/>
                  <a:pt x="3459136" y="2039138"/>
                </a:cubicBezTo>
                <a:cubicBezTo>
                  <a:pt x="3468432" y="2039138"/>
                  <a:pt x="3468235" y="2024426"/>
                  <a:pt x="3458544" y="2024339"/>
                </a:cubicBezTo>
                <a:cubicBezTo>
                  <a:pt x="2395752" y="2013552"/>
                  <a:pt x="1331030" y="2008487"/>
                  <a:pt x="268237" y="1995157"/>
                </a:cubicBezTo>
                <a:cubicBezTo>
                  <a:pt x="201871" y="1991167"/>
                  <a:pt x="129981" y="1978933"/>
                  <a:pt x="80870" y="1929997"/>
                </a:cubicBezTo>
                <a:cubicBezTo>
                  <a:pt x="27856" y="1877181"/>
                  <a:pt x="19898" y="1797332"/>
                  <a:pt x="17289" y="1726406"/>
                </a:cubicBezTo>
                <a:cubicBezTo>
                  <a:pt x="11150" y="1553355"/>
                  <a:pt x="12904" y="1379647"/>
                  <a:pt x="17289" y="1206596"/>
                </a:cubicBezTo>
                <a:cubicBezTo>
                  <a:pt x="24962" y="897125"/>
                  <a:pt x="46317" y="588368"/>
                  <a:pt x="81352" y="280328"/>
                </a:cubicBezTo>
                <a:cubicBezTo>
                  <a:pt x="89990" y="206026"/>
                  <a:pt x="89333" y="112868"/>
                  <a:pt x="163591" y="71825"/>
                </a:cubicBezTo>
                <a:cubicBezTo>
                  <a:pt x="194285" y="54286"/>
                  <a:pt x="229825" y="46349"/>
                  <a:pt x="264444" y="40978"/>
                </a:cubicBezTo>
                <a:cubicBezTo>
                  <a:pt x="347341" y="28174"/>
                  <a:pt x="431728" y="22408"/>
                  <a:pt x="515502" y="18746"/>
                </a:cubicBezTo>
                <a:cubicBezTo>
                  <a:pt x="692894" y="11029"/>
                  <a:pt x="870483" y="17869"/>
                  <a:pt x="1047743" y="26113"/>
                </a:cubicBezTo>
                <a:cubicBezTo>
                  <a:pt x="1755029" y="63845"/>
                  <a:pt x="2462863" y="37711"/>
                  <a:pt x="3170346" y="20654"/>
                </a:cubicBezTo>
                <a:cubicBezTo>
                  <a:pt x="3346028" y="20478"/>
                  <a:pt x="3500947" y="3289"/>
                  <a:pt x="3675948" y="22605"/>
                </a:cubicBezTo>
                <a:cubicBezTo>
                  <a:pt x="3819576" y="42556"/>
                  <a:pt x="3893001" y="73821"/>
                  <a:pt x="3920034" y="229880"/>
                </a:cubicBezTo>
                <a:cubicBezTo>
                  <a:pt x="4003348" y="663591"/>
                  <a:pt x="3918609" y="1093707"/>
                  <a:pt x="3926392" y="1543489"/>
                </a:cubicBezTo>
                <a:cubicBezTo>
                  <a:pt x="3926568" y="1553092"/>
                  <a:pt x="3940665" y="1547436"/>
                  <a:pt x="3940490" y="1538337"/>
                </a:cubicBezTo>
                <a:cubicBezTo>
                  <a:pt x="3933321" y="1127383"/>
                  <a:pt x="4008215" y="711694"/>
                  <a:pt x="3947725" y="29951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 txBox="1">
            <a:spLocks noGrp="1"/>
          </p:cNvSpPr>
          <p:nvPr>
            <p:ph type="title"/>
          </p:nvPr>
        </p:nvSpPr>
        <p:spPr>
          <a:xfrm>
            <a:off x="883375" y="683600"/>
            <a:ext cx="64263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"/>
          <p:cNvSpPr txBox="1">
            <a:spLocks noGrp="1"/>
          </p:cNvSpPr>
          <p:nvPr>
            <p:ph type="body" idx="1"/>
          </p:nvPr>
        </p:nvSpPr>
        <p:spPr>
          <a:xfrm>
            <a:off x="1188175" y="1506350"/>
            <a:ext cx="6426300" cy="28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spcBef>
                <a:spcPts val="0"/>
              </a:spcBef>
              <a:spcAft>
                <a:spcPts val="0"/>
              </a:spcAft>
              <a:buSzPts val="2200"/>
              <a:buChar char="✗"/>
              <a:defRPr/>
            </a:lvl1pPr>
            <a:lvl2pPr marL="914400" lvl="1" indent="-368300" rtl="0">
              <a:spcBef>
                <a:spcPts val="1000"/>
              </a:spcBef>
              <a:spcAft>
                <a:spcPts val="0"/>
              </a:spcAft>
              <a:buSzPts val="2200"/>
              <a:buChar char="✗"/>
              <a:defRPr/>
            </a:lvl2pPr>
            <a:lvl3pPr marL="1371600" lvl="2" indent="-368300" rtl="0">
              <a:spcBef>
                <a:spcPts val="100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rtl="0">
              <a:spcBef>
                <a:spcPts val="100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rtl="0">
              <a:spcBef>
                <a:spcPts val="100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rtl="0">
              <a:spcBef>
                <a:spcPts val="100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rtl="0">
              <a:spcBef>
                <a:spcPts val="100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rtl="0">
              <a:spcBef>
                <a:spcPts val="100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rtl="0">
              <a:spcBef>
                <a:spcPts val="1000"/>
              </a:spcBef>
              <a:spcAft>
                <a:spcPts val="100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sldNum" idx="12"/>
          </p:nvPr>
        </p:nvSpPr>
        <p:spPr>
          <a:xfrm>
            <a:off x="8404375" y="4693376"/>
            <a:ext cx="548700" cy="300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3215361" y="371192"/>
            <a:ext cx="1377041" cy="66908"/>
          </a:xfrm>
          <a:custGeom>
            <a:avLst/>
            <a:gdLst/>
            <a:ahLst/>
            <a:cxnLst/>
            <a:rect l="l" t="t" r="r" b="b"/>
            <a:pathLst>
              <a:path w="652626" h="31710" extrusionOk="0">
                <a:moveTo>
                  <a:pt x="645179" y="13550"/>
                </a:moveTo>
                <a:cubicBezTo>
                  <a:pt x="432971" y="20774"/>
                  <a:pt x="220527" y="16258"/>
                  <a:pt x="8819" y="23"/>
                </a:cubicBezTo>
                <a:cubicBezTo>
                  <a:pt x="-280" y="-657"/>
                  <a:pt x="-3941" y="13989"/>
                  <a:pt x="5662" y="14712"/>
                </a:cubicBezTo>
                <a:cubicBezTo>
                  <a:pt x="218646" y="31045"/>
                  <a:pt x="432371" y="35612"/>
                  <a:pt x="645859" y="28393"/>
                </a:cubicBezTo>
                <a:cubicBezTo>
                  <a:pt x="655067" y="28043"/>
                  <a:pt x="654914" y="13178"/>
                  <a:pt x="645179" y="1355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4695254" y="404559"/>
            <a:ext cx="263959" cy="31226"/>
          </a:xfrm>
          <a:custGeom>
            <a:avLst/>
            <a:gdLst/>
            <a:ahLst/>
            <a:cxnLst/>
            <a:rect l="l" t="t" r="r" b="b"/>
            <a:pathLst>
              <a:path w="125099" h="14799" extrusionOk="0">
                <a:moveTo>
                  <a:pt x="117661" y="0"/>
                </a:moveTo>
                <a:lnTo>
                  <a:pt x="6833" y="0"/>
                </a:lnTo>
                <a:cubicBezTo>
                  <a:pt x="-2463" y="0"/>
                  <a:pt x="-2288" y="14799"/>
                  <a:pt x="7446" y="14799"/>
                </a:cubicBezTo>
                <a:lnTo>
                  <a:pt x="118275" y="14799"/>
                </a:lnTo>
                <a:cubicBezTo>
                  <a:pt x="127571" y="14887"/>
                  <a:pt x="127374" y="0"/>
                  <a:pt x="11766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8371587" y="397372"/>
            <a:ext cx="290374" cy="231224"/>
          </a:xfrm>
          <a:custGeom>
            <a:avLst/>
            <a:gdLst/>
            <a:ahLst/>
            <a:cxnLst/>
            <a:rect l="l" t="t" r="r" b="b"/>
            <a:pathLst>
              <a:path w="137618" h="109585" extrusionOk="0">
                <a:moveTo>
                  <a:pt x="136999" y="99882"/>
                </a:moveTo>
                <a:cubicBezTo>
                  <a:pt x="113869" y="47085"/>
                  <a:pt x="65635" y="9548"/>
                  <a:pt x="8785" y="104"/>
                </a:cubicBezTo>
                <a:cubicBezTo>
                  <a:pt x="-292" y="-1365"/>
                  <a:pt x="-3910" y="13258"/>
                  <a:pt x="5627" y="14771"/>
                </a:cubicBezTo>
                <a:cubicBezTo>
                  <a:pt x="57435" y="23274"/>
                  <a:pt x="101482" y="57237"/>
                  <a:pt x="122902" y="105166"/>
                </a:cubicBezTo>
                <a:cubicBezTo>
                  <a:pt x="126738" y="113936"/>
                  <a:pt x="140705" y="108323"/>
                  <a:pt x="136999" y="9988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244743" y="4094361"/>
            <a:ext cx="746254" cy="775710"/>
          </a:xfrm>
          <a:custGeom>
            <a:avLst/>
            <a:gdLst/>
            <a:ahLst/>
            <a:cxnLst/>
            <a:rect l="l" t="t" r="r" b="b"/>
            <a:pathLst>
              <a:path w="353675" h="367635" extrusionOk="0">
                <a:moveTo>
                  <a:pt x="349850" y="316408"/>
                </a:moveTo>
                <a:cubicBezTo>
                  <a:pt x="344216" y="307967"/>
                  <a:pt x="337265" y="300140"/>
                  <a:pt x="331061" y="292094"/>
                </a:cubicBezTo>
                <a:cubicBezTo>
                  <a:pt x="325295" y="284639"/>
                  <a:pt x="312907" y="293387"/>
                  <a:pt x="318542" y="300688"/>
                </a:cubicBezTo>
                <a:cubicBezTo>
                  <a:pt x="320142" y="302661"/>
                  <a:pt x="330951" y="317022"/>
                  <a:pt x="332574" y="318447"/>
                </a:cubicBezTo>
                <a:cubicBezTo>
                  <a:pt x="270198" y="313689"/>
                  <a:pt x="197781" y="305292"/>
                  <a:pt x="142554" y="274598"/>
                </a:cubicBezTo>
                <a:cubicBezTo>
                  <a:pt x="87348" y="239760"/>
                  <a:pt x="52202" y="175937"/>
                  <a:pt x="31747" y="115404"/>
                </a:cubicBezTo>
                <a:cubicBezTo>
                  <a:pt x="20542" y="80171"/>
                  <a:pt x="14804" y="43432"/>
                  <a:pt x="14733" y="6461"/>
                </a:cubicBezTo>
                <a:cubicBezTo>
                  <a:pt x="14733" y="-3318"/>
                  <a:pt x="-44" y="-1323"/>
                  <a:pt x="0" y="7930"/>
                </a:cubicBezTo>
                <a:cubicBezTo>
                  <a:pt x="1184" y="107971"/>
                  <a:pt x="41065" y="213209"/>
                  <a:pt x="119862" y="277470"/>
                </a:cubicBezTo>
                <a:cubicBezTo>
                  <a:pt x="177501" y="318403"/>
                  <a:pt x="263467" y="328116"/>
                  <a:pt x="332705" y="333158"/>
                </a:cubicBezTo>
                <a:cubicBezTo>
                  <a:pt x="322510" y="340196"/>
                  <a:pt x="316437" y="346182"/>
                  <a:pt x="307470" y="353702"/>
                </a:cubicBezTo>
                <a:cubicBezTo>
                  <a:pt x="300301" y="359863"/>
                  <a:pt x="307821" y="372250"/>
                  <a:pt x="315275" y="365848"/>
                </a:cubicBezTo>
                <a:lnTo>
                  <a:pt x="340028" y="344647"/>
                </a:lnTo>
                <a:cubicBezTo>
                  <a:pt x="350048" y="337171"/>
                  <a:pt x="359037" y="328927"/>
                  <a:pt x="349850" y="316408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8578274" y="2957429"/>
            <a:ext cx="200902" cy="172792"/>
          </a:xfrm>
          <a:custGeom>
            <a:avLst/>
            <a:gdLst/>
            <a:ahLst/>
            <a:cxnLst/>
            <a:rect l="l" t="t" r="r" b="b"/>
            <a:pathLst>
              <a:path w="95214" h="81892" extrusionOk="0">
                <a:moveTo>
                  <a:pt x="92489" y="65480"/>
                </a:moveTo>
                <a:lnTo>
                  <a:pt x="61028" y="43753"/>
                </a:lnTo>
                <a:cubicBezTo>
                  <a:pt x="70521" y="33157"/>
                  <a:pt x="80036" y="22580"/>
                  <a:pt x="89530" y="12028"/>
                </a:cubicBezTo>
                <a:cubicBezTo>
                  <a:pt x="96107" y="4771"/>
                  <a:pt x="85145" y="-4635"/>
                  <a:pt x="78567" y="2600"/>
                </a:cubicBezTo>
                <a:lnTo>
                  <a:pt x="48991" y="35487"/>
                </a:lnTo>
                <a:lnTo>
                  <a:pt x="12684" y="10383"/>
                </a:lnTo>
                <a:cubicBezTo>
                  <a:pt x="5098" y="5144"/>
                  <a:pt x="-4856" y="16610"/>
                  <a:pt x="2687" y="21872"/>
                </a:cubicBezTo>
                <a:lnTo>
                  <a:pt x="38796" y="46844"/>
                </a:lnTo>
                <a:lnTo>
                  <a:pt x="18275" y="69865"/>
                </a:lnTo>
                <a:cubicBezTo>
                  <a:pt x="11697" y="77122"/>
                  <a:pt x="22660" y="86527"/>
                  <a:pt x="29237" y="79292"/>
                </a:cubicBezTo>
                <a:lnTo>
                  <a:pt x="50942" y="55175"/>
                </a:lnTo>
                <a:lnTo>
                  <a:pt x="82601" y="77100"/>
                </a:lnTo>
                <a:cubicBezTo>
                  <a:pt x="90078" y="82296"/>
                  <a:pt x="100119" y="70829"/>
                  <a:pt x="92489" y="6548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853896" y="4607301"/>
            <a:ext cx="851649" cy="155161"/>
          </a:xfrm>
          <a:custGeom>
            <a:avLst/>
            <a:gdLst/>
            <a:ahLst/>
            <a:cxnLst/>
            <a:rect l="l" t="t" r="r" b="b"/>
            <a:pathLst>
              <a:path w="403625" h="73536" extrusionOk="0">
                <a:moveTo>
                  <a:pt x="402034" y="57995"/>
                </a:moveTo>
                <a:cubicBezTo>
                  <a:pt x="349920" y="-4643"/>
                  <a:pt x="347223" y="-12273"/>
                  <a:pt x="293815" y="54948"/>
                </a:cubicBezTo>
                <a:cubicBezTo>
                  <a:pt x="244682" y="-17404"/>
                  <a:pt x="251829" y="2986"/>
                  <a:pt x="191361" y="49225"/>
                </a:cubicBezTo>
                <a:cubicBezTo>
                  <a:pt x="145320" y="-15189"/>
                  <a:pt x="150911" y="-15343"/>
                  <a:pt x="96669" y="42648"/>
                </a:cubicBezTo>
                <a:cubicBezTo>
                  <a:pt x="86321" y="25893"/>
                  <a:pt x="71785" y="12113"/>
                  <a:pt x="54508" y="2657"/>
                </a:cubicBezTo>
                <a:cubicBezTo>
                  <a:pt x="43897" y="-1442"/>
                  <a:pt x="13290" y="41442"/>
                  <a:pt x="2152" y="49554"/>
                </a:cubicBezTo>
                <a:cubicBezTo>
                  <a:pt x="-4644" y="56548"/>
                  <a:pt x="6230" y="65932"/>
                  <a:pt x="12983" y="58982"/>
                </a:cubicBezTo>
                <a:lnTo>
                  <a:pt x="52009" y="18838"/>
                </a:lnTo>
                <a:cubicBezTo>
                  <a:pt x="82462" y="34426"/>
                  <a:pt x="86825" y="72531"/>
                  <a:pt x="100243" y="59552"/>
                </a:cubicBezTo>
                <a:lnTo>
                  <a:pt x="120852" y="38307"/>
                </a:lnTo>
                <a:cubicBezTo>
                  <a:pt x="130455" y="27871"/>
                  <a:pt x="145298" y="3447"/>
                  <a:pt x="155800" y="26621"/>
                </a:cubicBezTo>
                <a:cubicBezTo>
                  <a:pt x="197105" y="84085"/>
                  <a:pt x="181473" y="72663"/>
                  <a:pt x="233785" y="33330"/>
                </a:cubicBezTo>
                <a:cubicBezTo>
                  <a:pt x="249659" y="14036"/>
                  <a:pt x="257223" y="29405"/>
                  <a:pt x="267264" y="44731"/>
                </a:cubicBezTo>
                <a:lnTo>
                  <a:pt x="286843" y="71040"/>
                </a:lnTo>
                <a:cubicBezTo>
                  <a:pt x="300195" y="86058"/>
                  <a:pt x="326855" y="28594"/>
                  <a:pt x="341106" y="23990"/>
                </a:cubicBezTo>
                <a:cubicBezTo>
                  <a:pt x="357462" y="17522"/>
                  <a:pt x="377238" y="56614"/>
                  <a:pt x="389493" y="66611"/>
                </a:cubicBezTo>
                <a:cubicBezTo>
                  <a:pt x="395632" y="73671"/>
                  <a:pt x="408020" y="64945"/>
                  <a:pt x="402034" y="5799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8526304" y="347275"/>
            <a:ext cx="132428" cy="91243"/>
          </a:xfrm>
          <a:custGeom>
            <a:avLst/>
            <a:gdLst/>
            <a:ahLst/>
            <a:cxnLst/>
            <a:rect l="l" t="t" r="r" b="b"/>
            <a:pathLst>
              <a:path w="62762" h="43243" extrusionOk="0">
                <a:moveTo>
                  <a:pt x="60351" y="30032"/>
                </a:moveTo>
                <a:cubicBezTo>
                  <a:pt x="45705" y="17367"/>
                  <a:pt x="28955" y="7372"/>
                  <a:pt x="10845" y="500"/>
                </a:cubicBezTo>
                <a:cubicBezTo>
                  <a:pt x="2273" y="-2745"/>
                  <a:pt x="-4765" y="10739"/>
                  <a:pt x="4092" y="14093"/>
                </a:cubicBezTo>
                <a:cubicBezTo>
                  <a:pt x="20996" y="20446"/>
                  <a:pt x="36672" y="29731"/>
                  <a:pt x="50353" y="41521"/>
                </a:cubicBezTo>
                <a:cubicBezTo>
                  <a:pt x="57413" y="47594"/>
                  <a:pt x="67410" y="36127"/>
                  <a:pt x="60351" y="3003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"/>
          <p:cNvSpPr/>
          <p:nvPr/>
        </p:nvSpPr>
        <p:spPr>
          <a:xfrm rot="-884877">
            <a:off x="7997294" y="3564834"/>
            <a:ext cx="912816" cy="928284"/>
          </a:xfrm>
          <a:custGeom>
            <a:avLst/>
            <a:gdLst/>
            <a:ahLst/>
            <a:cxnLst/>
            <a:rect l="l" t="t" r="r" b="b"/>
            <a:pathLst>
              <a:path w="549996" h="559316" extrusionOk="0">
                <a:moveTo>
                  <a:pt x="536665" y="198722"/>
                </a:moveTo>
                <a:cubicBezTo>
                  <a:pt x="507988" y="55467"/>
                  <a:pt x="324589" y="-49573"/>
                  <a:pt x="179295" y="24291"/>
                </a:cubicBezTo>
                <a:cubicBezTo>
                  <a:pt x="17974" y="106420"/>
                  <a:pt x="-81169" y="375917"/>
                  <a:pt x="88111" y="512244"/>
                </a:cubicBezTo>
                <a:cubicBezTo>
                  <a:pt x="141168" y="554536"/>
                  <a:pt x="210888" y="558504"/>
                  <a:pt x="276092" y="557584"/>
                </a:cubicBezTo>
                <a:cubicBezTo>
                  <a:pt x="484178" y="579947"/>
                  <a:pt x="588999" y="381814"/>
                  <a:pt x="536665" y="1987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642525" y="331773"/>
            <a:ext cx="6943343" cy="927756"/>
          </a:xfrm>
          <a:custGeom>
            <a:avLst/>
            <a:gdLst/>
            <a:ahLst/>
            <a:cxnLst/>
            <a:rect l="l" t="t" r="r" b="b"/>
            <a:pathLst>
              <a:path w="3290684" h="399035" extrusionOk="0">
                <a:moveTo>
                  <a:pt x="3288221" y="146895"/>
                </a:moveTo>
                <a:cubicBezTo>
                  <a:pt x="3288879" y="83708"/>
                  <a:pt x="3268160" y="25739"/>
                  <a:pt x="3196488" y="21201"/>
                </a:cubicBezTo>
                <a:cubicBezTo>
                  <a:pt x="2907830" y="16005"/>
                  <a:pt x="2618711" y="18197"/>
                  <a:pt x="2329921" y="14777"/>
                </a:cubicBezTo>
                <a:cubicBezTo>
                  <a:pt x="1580495" y="9866"/>
                  <a:pt x="931222" y="0"/>
                  <a:pt x="181841" y="0"/>
                </a:cubicBezTo>
                <a:cubicBezTo>
                  <a:pt x="-44245" y="0"/>
                  <a:pt x="4866" y="162044"/>
                  <a:pt x="3813" y="206244"/>
                </a:cubicBezTo>
                <a:cubicBezTo>
                  <a:pt x="-6272" y="347395"/>
                  <a:pt x="64456" y="394927"/>
                  <a:pt x="198174" y="383395"/>
                </a:cubicBezTo>
                <a:lnTo>
                  <a:pt x="1064019" y="387780"/>
                </a:lnTo>
                <a:lnTo>
                  <a:pt x="2795708" y="396549"/>
                </a:lnTo>
                <a:cubicBezTo>
                  <a:pt x="2909277" y="397119"/>
                  <a:pt x="3023284" y="400671"/>
                  <a:pt x="3136832" y="398128"/>
                </a:cubicBezTo>
                <a:cubicBezTo>
                  <a:pt x="3275790" y="400627"/>
                  <a:pt x="3299512" y="257767"/>
                  <a:pt x="3288221" y="1468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368194" y="422127"/>
            <a:ext cx="8379859" cy="4302579"/>
          </a:xfrm>
          <a:custGeom>
            <a:avLst/>
            <a:gdLst/>
            <a:ahLst/>
            <a:cxnLst/>
            <a:rect l="l" t="t" r="r" b="b"/>
            <a:pathLst>
              <a:path w="3971497" h="2039137" extrusionOk="0">
                <a:moveTo>
                  <a:pt x="3947725" y="299512"/>
                </a:moveTo>
                <a:cubicBezTo>
                  <a:pt x="3924134" y="113307"/>
                  <a:pt x="3885284" y="33501"/>
                  <a:pt x="3686450" y="8902"/>
                </a:cubicBezTo>
                <a:cubicBezTo>
                  <a:pt x="3601997" y="-3398"/>
                  <a:pt x="3538196" y="330"/>
                  <a:pt x="3453085" y="1250"/>
                </a:cubicBezTo>
                <a:cubicBezTo>
                  <a:pt x="2545650" y="21443"/>
                  <a:pt x="1638390" y="51765"/>
                  <a:pt x="731371" y="878"/>
                </a:cubicBezTo>
                <a:cubicBezTo>
                  <a:pt x="642467" y="-87"/>
                  <a:pt x="553519" y="1250"/>
                  <a:pt x="464769" y="6534"/>
                </a:cubicBezTo>
                <a:cubicBezTo>
                  <a:pt x="385183" y="11292"/>
                  <a:pt x="302374" y="15304"/>
                  <a:pt x="224563" y="33743"/>
                </a:cubicBezTo>
                <a:cubicBezTo>
                  <a:pt x="159908" y="49090"/>
                  <a:pt x="106653" y="83204"/>
                  <a:pt x="86570" y="149329"/>
                </a:cubicBezTo>
                <a:cubicBezTo>
                  <a:pt x="9067" y="671747"/>
                  <a:pt x="-7925" y="1209227"/>
                  <a:pt x="2994" y="1737127"/>
                </a:cubicBezTo>
                <a:cubicBezTo>
                  <a:pt x="7729" y="2035301"/>
                  <a:pt x="225024" y="2012784"/>
                  <a:pt x="454881" y="2012828"/>
                </a:cubicBezTo>
                <a:cubicBezTo>
                  <a:pt x="1452075" y="2021379"/>
                  <a:pt x="2463170" y="2030543"/>
                  <a:pt x="3459136" y="2039138"/>
                </a:cubicBezTo>
                <a:cubicBezTo>
                  <a:pt x="3468432" y="2039138"/>
                  <a:pt x="3468235" y="2024426"/>
                  <a:pt x="3458544" y="2024339"/>
                </a:cubicBezTo>
                <a:cubicBezTo>
                  <a:pt x="2395752" y="2013552"/>
                  <a:pt x="1331030" y="2008487"/>
                  <a:pt x="268237" y="1995157"/>
                </a:cubicBezTo>
                <a:cubicBezTo>
                  <a:pt x="201871" y="1991167"/>
                  <a:pt x="129981" y="1978933"/>
                  <a:pt x="80870" y="1929997"/>
                </a:cubicBezTo>
                <a:cubicBezTo>
                  <a:pt x="27856" y="1877181"/>
                  <a:pt x="19898" y="1797332"/>
                  <a:pt x="17289" y="1726406"/>
                </a:cubicBezTo>
                <a:cubicBezTo>
                  <a:pt x="11150" y="1553355"/>
                  <a:pt x="12904" y="1379647"/>
                  <a:pt x="17289" y="1206596"/>
                </a:cubicBezTo>
                <a:cubicBezTo>
                  <a:pt x="24962" y="897125"/>
                  <a:pt x="46317" y="588368"/>
                  <a:pt x="81352" y="280328"/>
                </a:cubicBezTo>
                <a:cubicBezTo>
                  <a:pt x="89990" y="206026"/>
                  <a:pt x="89333" y="112868"/>
                  <a:pt x="163591" y="71825"/>
                </a:cubicBezTo>
                <a:cubicBezTo>
                  <a:pt x="194285" y="54286"/>
                  <a:pt x="229825" y="46349"/>
                  <a:pt x="264444" y="40978"/>
                </a:cubicBezTo>
                <a:cubicBezTo>
                  <a:pt x="347341" y="28174"/>
                  <a:pt x="431728" y="22408"/>
                  <a:pt x="515502" y="18746"/>
                </a:cubicBezTo>
                <a:cubicBezTo>
                  <a:pt x="692894" y="11029"/>
                  <a:pt x="870483" y="17869"/>
                  <a:pt x="1047743" y="26113"/>
                </a:cubicBezTo>
                <a:cubicBezTo>
                  <a:pt x="1755029" y="63845"/>
                  <a:pt x="2462863" y="37711"/>
                  <a:pt x="3170346" y="20654"/>
                </a:cubicBezTo>
                <a:cubicBezTo>
                  <a:pt x="3346028" y="20478"/>
                  <a:pt x="3500947" y="3289"/>
                  <a:pt x="3675948" y="22605"/>
                </a:cubicBezTo>
                <a:cubicBezTo>
                  <a:pt x="3819576" y="42556"/>
                  <a:pt x="3893001" y="73821"/>
                  <a:pt x="3920034" y="229880"/>
                </a:cubicBezTo>
                <a:cubicBezTo>
                  <a:pt x="4003348" y="663591"/>
                  <a:pt x="3918609" y="1093707"/>
                  <a:pt x="3926392" y="1543489"/>
                </a:cubicBezTo>
                <a:cubicBezTo>
                  <a:pt x="3926568" y="1553092"/>
                  <a:pt x="3940665" y="1547436"/>
                  <a:pt x="3940490" y="1538337"/>
                </a:cubicBezTo>
                <a:cubicBezTo>
                  <a:pt x="3933321" y="1127383"/>
                  <a:pt x="4008215" y="711694"/>
                  <a:pt x="3947725" y="29951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"/>
          <p:cNvSpPr txBox="1">
            <a:spLocks noGrp="1"/>
          </p:cNvSpPr>
          <p:nvPr>
            <p:ph type="title"/>
          </p:nvPr>
        </p:nvSpPr>
        <p:spPr>
          <a:xfrm>
            <a:off x="883375" y="683600"/>
            <a:ext cx="64263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body" idx="1"/>
          </p:nvPr>
        </p:nvSpPr>
        <p:spPr>
          <a:xfrm>
            <a:off x="1188175" y="1506350"/>
            <a:ext cx="2001900" cy="27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✗"/>
              <a:defRPr sz="1800"/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SzPts val="1800"/>
              <a:buChar char="✗"/>
              <a:defRPr sz="1800"/>
            </a:lvl2pPr>
            <a:lvl3pPr marL="1371600" lvl="2" indent="-342900" rtl="0">
              <a:spcBef>
                <a:spcPts val="10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10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10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10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10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10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1000"/>
              </a:spcBef>
              <a:spcAft>
                <a:spcPts val="10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body" idx="2"/>
          </p:nvPr>
        </p:nvSpPr>
        <p:spPr>
          <a:xfrm>
            <a:off x="3400388" y="1506350"/>
            <a:ext cx="2001900" cy="27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✗"/>
              <a:defRPr sz="1800"/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SzPts val="1800"/>
              <a:buChar char="✗"/>
              <a:defRPr sz="1800"/>
            </a:lvl2pPr>
            <a:lvl3pPr marL="1371600" lvl="2" indent="-342900" rtl="0">
              <a:spcBef>
                <a:spcPts val="10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10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10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10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10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10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1000"/>
              </a:spcBef>
              <a:spcAft>
                <a:spcPts val="10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04" name="Google Shape;104;p8"/>
          <p:cNvSpPr txBox="1">
            <a:spLocks noGrp="1"/>
          </p:cNvSpPr>
          <p:nvPr>
            <p:ph type="body" idx="3"/>
          </p:nvPr>
        </p:nvSpPr>
        <p:spPr>
          <a:xfrm>
            <a:off x="5612601" y="1506350"/>
            <a:ext cx="2001900" cy="27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✗"/>
              <a:defRPr sz="1800"/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SzPts val="1800"/>
              <a:buChar char="✗"/>
              <a:defRPr sz="1800"/>
            </a:lvl2pPr>
            <a:lvl3pPr marL="1371600" lvl="2" indent="-342900" rtl="0">
              <a:spcBef>
                <a:spcPts val="10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10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10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10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10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10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1000"/>
              </a:spcBef>
              <a:spcAft>
                <a:spcPts val="10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05" name="Google Shape;105;p8"/>
          <p:cNvSpPr txBox="1">
            <a:spLocks noGrp="1"/>
          </p:cNvSpPr>
          <p:nvPr>
            <p:ph type="sldNum" idx="12"/>
          </p:nvPr>
        </p:nvSpPr>
        <p:spPr>
          <a:xfrm>
            <a:off x="8404375" y="4693376"/>
            <a:ext cx="548700" cy="300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p8"/>
          <p:cNvSpPr/>
          <p:nvPr/>
        </p:nvSpPr>
        <p:spPr>
          <a:xfrm rot="10338673">
            <a:off x="8747978" y="1166276"/>
            <a:ext cx="113410" cy="954720"/>
          </a:xfrm>
          <a:custGeom>
            <a:avLst/>
            <a:gdLst/>
            <a:ahLst/>
            <a:cxnLst/>
            <a:rect l="l" t="t" r="r" b="b"/>
            <a:pathLst>
              <a:path w="53711" h="452156" extrusionOk="0">
                <a:moveTo>
                  <a:pt x="39194" y="6047"/>
                </a:moveTo>
                <a:cubicBezTo>
                  <a:pt x="16217" y="151582"/>
                  <a:pt x="8039" y="298805"/>
                  <a:pt x="15" y="445744"/>
                </a:cubicBezTo>
                <a:cubicBezTo>
                  <a:pt x="-533" y="455478"/>
                  <a:pt x="14244" y="453439"/>
                  <a:pt x="14748" y="444275"/>
                </a:cubicBezTo>
                <a:cubicBezTo>
                  <a:pt x="22707" y="298586"/>
                  <a:pt x="30819" y="152678"/>
                  <a:pt x="53598" y="8393"/>
                </a:cubicBezTo>
                <a:cubicBezTo>
                  <a:pt x="55133" y="-1298"/>
                  <a:pt x="40597" y="-3271"/>
                  <a:pt x="39194" y="604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 rot="10338673">
            <a:off x="8873347" y="1615232"/>
            <a:ext cx="80494" cy="399320"/>
          </a:xfrm>
          <a:custGeom>
            <a:avLst/>
            <a:gdLst/>
            <a:ahLst/>
            <a:cxnLst/>
            <a:rect l="l" t="t" r="r" b="b"/>
            <a:pathLst>
              <a:path w="38122" h="189118" extrusionOk="0">
                <a:moveTo>
                  <a:pt x="23673" y="6072"/>
                </a:moveTo>
                <a:cubicBezTo>
                  <a:pt x="15809" y="64288"/>
                  <a:pt x="7945" y="122498"/>
                  <a:pt x="82" y="180701"/>
                </a:cubicBezTo>
                <a:cubicBezTo>
                  <a:pt x="-1212" y="190414"/>
                  <a:pt x="13237" y="192409"/>
                  <a:pt x="14486" y="183047"/>
                </a:cubicBezTo>
                <a:cubicBezTo>
                  <a:pt x="22364" y="124844"/>
                  <a:pt x="30213" y="66634"/>
                  <a:pt x="38033" y="8418"/>
                </a:cubicBezTo>
                <a:cubicBezTo>
                  <a:pt x="39393" y="-1295"/>
                  <a:pt x="24879" y="-3290"/>
                  <a:pt x="23673" y="607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3152266" y="381106"/>
            <a:ext cx="888148" cy="61490"/>
          </a:xfrm>
          <a:custGeom>
            <a:avLst/>
            <a:gdLst/>
            <a:ahLst/>
            <a:cxnLst/>
            <a:rect l="l" t="t" r="r" b="b"/>
            <a:pathLst>
              <a:path w="420923" h="29142" extrusionOk="0">
                <a:moveTo>
                  <a:pt x="413489" y="13189"/>
                </a:moveTo>
                <a:cubicBezTo>
                  <a:pt x="278455" y="16526"/>
                  <a:pt x="143334" y="12132"/>
                  <a:pt x="8805" y="34"/>
                </a:cubicBezTo>
                <a:cubicBezTo>
                  <a:pt x="-293" y="-799"/>
                  <a:pt x="-3933" y="13847"/>
                  <a:pt x="5670" y="14702"/>
                </a:cubicBezTo>
                <a:cubicBezTo>
                  <a:pt x="141449" y="26940"/>
                  <a:pt x="277798" y="31404"/>
                  <a:pt x="414081" y="28076"/>
                </a:cubicBezTo>
                <a:cubicBezTo>
                  <a:pt x="423377" y="27769"/>
                  <a:pt x="423223" y="12970"/>
                  <a:pt x="413489" y="1318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4094271" y="411908"/>
            <a:ext cx="86890" cy="31179"/>
          </a:xfrm>
          <a:custGeom>
            <a:avLst/>
            <a:gdLst/>
            <a:ahLst/>
            <a:cxnLst/>
            <a:rect l="l" t="t" r="r" b="b"/>
            <a:pathLst>
              <a:path w="41180" h="14777" extrusionOk="0">
                <a:moveTo>
                  <a:pt x="33693" y="0"/>
                </a:moveTo>
                <a:lnTo>
                  <a:pt x="6835" y="0"/>
                </a:lnTo>
                <a:cubicBezTo>
                  <a:pt x="-2461" y="0"/>
                  <a:pt x="-2286" y="14777"/>
                  <a:pt x="7427" y="14777"/>
                </a:cubicBezTo>
                <a:lnTo>
                  <a:pt x="34307" y="14777"/>
                </a:lnTo>
                <a:cubicBezTo>
                  <a:pt x="43669" y="14777"/>
                  <a:pt x="43471" y="0"/>
                  <a:pt x="3369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4264152" y="411573"/>
            <a:ext cx="299728" cy="40681"/>
          </a:xfrm>
          <a:custGeom>
            <a:avLst/>
            <a:gdLst/>
            <a:ahLst/>
            <a:cxnLst/>
            <a:rect l="l" t="t" r="r" b="b"/>
            <a:pathLst>
              <a:path w="142051" h="19280" extrusionOk="0">
                <a:moveTo>
                  <a:pt x="136384" y="4500"/>
                </a:moveTo>
                <a:lnTo>
                  <a:pt x="8783" y="5"/>
                </a:lnTo>
                <a:cubicBezTo>
                  <a:pt x="-272" y="-323"/>
                  <a:pt x="-3933" y="14344"/>
                  <a:pt x="5648" y="14695"/>
                </a:cubicBezTo>
                <a:lnTo>
                  <a:pt x="133227" y="19277"/>
                </a:lnTo>
                <a:cubicBezTo>
                  <a:pt x="142282" y="19518"/>
                  <a:pt x="146031" y="4851"/>
                  <a:pt x="136384" y="450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 rot="5534346">
            <a:off x="22341" y="3409311"/>
            <a:ext cx="681569" cy="214495"/>
          </a:xfrm>
          <a:custGeom>
            <a:avLst/>
            <a:gdLst/>
            <a:ahLst/>
            <a:cxnLst/>
            <a:rect l="l" t="t" r="r" b="b"/>
            <a:pathLst>
              <a:path w="322772" h="101579" extrusionOk="0">
                <a:moveTo>
                  <a:pt x="308867" y="12831"/>
                </a:moveTo>
                <a:cubicBezTo>
                  <a:pt x="298146" y="35457"/>
                  <a:pt x="274994" y="116227"/>
                  <a:pt x="241691" y="74877"/>
                </a:cubicBezTo>
                <a:cubicBezTo>
                  <a:pt x="226606" y="51615"/>
                  <a:pt x="229566" y="5595"/>
                  <a:pt x="194224" y="334"/>
                </a:cubicBezTo>
                <a:cubicBezTo>
                  <a:pt x="178877" y="-1990"/>
                  <a:pt x="165349" y="8161"/>
                  <a:pt x="157325" y="20460"/>
                </a:cubicBezTo>
                <a:cubicBezTo>
                  <a:pt x="146363" y="37211"/>
                  <a:pt x="147130" y="60538"/>
                  <a:pt x="133361" y="75425"/>
                </a:cubicBezTo>
                <a:cubicBezTo>
                  <a:pt x="125907" y="83493"/>
                  <a:pt x="113761" y="87221"/>
                  <a:pt x="105692" y="77925"/>
                </a:cubicBezTo>
                <a:cubicBezTo>
                  <a:pt x="91836" y="58697"/>
                  <a:pt x="101308" y="30480"/>
                  <a:pt x="85040" y="12019"/>
                </a:cubicBezTo>
                <a:cubicBezTo>
                  <a:pt x="56538" y="-22380"/>
                  <a:pt x="11110" y="29318"/>
                  <a:pt x="630" y="55386"/>
                </a:cubicBezTo>
                <a:cubicBezTo>
                  <a:pt x="-3009" y="64441"/>
                  <a:pt x="10145" y="70339"/>
                  <a:pt x="13785" y="61415"/>
                </a:cubicBezTo>
                <a:cubicBezTo>
                  <a:pt x="27992" y="24319"/>
                  <a:pt x="78221" y="-12668"/>
                  <a:pt x="82496" y="51571"/>
                </a:cubicBezTo>
                <a:cubicBezTo>
                  <a:pt x="84097" y="65734"/>
                  <a:pt x="86640" y="82003"/>
                  <a:pt x="98129" y="91803"/>
                </a:cubicBezTo>
                <a:cubicBezTo>
                  <a:pt x="110954" y="102765"/>
                  <a:pt x="128560" y="98863"/>
                  <a:pt x="140355" y="88558"/>
                </a:cubicBezTo>
                <a:cubicBezTo>
                  <a:pt x="155703" y="75184"/>
                  <a:pt x="157632" y="55079"/>
                  <a:pt x="164867" y="37255"/>
                </a:cubicBezTo>
                <a:cubicBezTo>
                  <a:pt x="172102" y="19430"/>
                  <a:pt x="191308" y="5464"/>
                  <a:pt x="205690" y="25086"/>
                </a:cubicBezTo>
                <a:cubicBezTo>
                  <a:pt x="222397" y="47844"/>
                  <a:pt x="217508" y="92066"/>
                  <a:pt x="250965" y="100880"/>
                </a:cubicBezTo>
                <a:cubicBezTo>
                  <a:pt x="294375" y="108729"/>
                  <a:pt x="307464" y="48633"/>
                  <a:pt x="322022" y="18904"/>
                </a:cubicBezTo>
                <a:cubicBezTo>
                  <a:pt x="326034" y="9915"/>
                  <a:pt x="312836" y="4039"/>
                  <a:pt x="308867" y="1283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6092030" y="4766054"/>
            <a:ext cx="880619" cy="47277"/>
          </a:xfrm>
          <a:custGeom>
            <a:avLst/>
            <a:gdLst/>
            <a:ahLst/>
            <a:cxnLst/>
            <a:rect l="l" t="t" r="r" b="b"/>
            <a:pathLst>
              <a:path w="417355" h="22406" extrusionOk="0">
                <a:moveTo>
                  <a:pt x="409929" y="3189"/>
                </a:moveTo>
                <a:lnTo>
                  <a:pt x="209122" y="5951"/>
                </a:lnTo>
                <a:cubicBezTo>
                  <a:pt x="142580" y="6872"/>
                  <a:pt x="74658" y="11476"/>
                  <a:pt x="8775" y="119"/>
                </a:cubicBezTo>
                <a:cubicBezTo>
                  <a:pt x="-302" y="-1459"/>
                  <a:pt x="-3897" y="13142"/>
                  <a:pt x="5618" y="14787"/>
                </a:cubicBezTo>
                <a:cubicBezTo>
                  <a:pt x="71391" y="26122"/>
                  <a:pt x="139029" y="21715"/>
                  <a:pt x="205351" y="20794"/>
                </a:cubicBezTo>
                <a:lnTo>
                  <a:pt x="410521" y="17966"/>
                </a:lnTo>
                <a:cubicBezTo>
                  <a:pt x="419817" y="17747"/>
                  <a:pt x="419641" y="2969"/>
                  <a:pt x="409929" y="318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6467384" y="4872362"/>
            <a:ext cx="285390" cy="35142"/>
          </a:xfrm>
          <a:custGeom>
            <a:avLst/>
            <a:gdLst/>
            <a:ahLst/>
            <a:cxnLst/>
            <a:rect l="l" t="t" r="r" b="b"/>
            <a:pathLst>
              <a:path w="135256" h="16655" extrusionOk="0">
                <a:moveTo>
                  <a:pt x="129610" y="810"/>
                </a:moveTo>
                <a:cubicBezTo>
                  <a:pt x="88677" y="-549"/>
                  <a:pt x="47766" y="-198"/>
                  <a:pt x="6832" y="1863"/>
                </a:cubicBezTo>
                <a:cubicBezTo>
                  <a:pt x="-2442" y="2345"/>
                  <a:pt x="-2310" y="17210"/>
                  <a:pt x="7446" y="16640"/>
                </a:cubicBezTo>
                <a:cubicBezTo>
                  <a:pt x="47130" y="14601"/>
                  <a:pt x="86835" y="14228"/>
                  <a:pt x="126562" y="15478"/>
                </a:cubicBezTo>
                <a:cubicBezTo>
                  <a:pt x="135507" y="15785"/>
                  <a:pt x="139191" y="1117"/>
                  <a:pt x="129610" y="81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Light" type="blank">
  <p:cSld name="BLANK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 txBox="1">
            <a:spLocks noGrp="1"/>
          </p:cNvSpPr>
          <p:nvPr>
            <p:ph type="sldNum" idx="12"/>
          </p:nvPr>
        </p:nvSpPr>
        <p:spPr>
          <a:xfrm>
            <a:off x="8404375" y="4693376"/>
            <a:ext cx="548700" cy="300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11"/>
          <p:cNvSpPr/>
          <p:nvPr/>
        </p:nvSpPr>
        <p:spPr>
          <a:xfrm>
            <a:off x="368194" y="422127"/>
            <a:ext cx="8379859" cy="4302579"/>
          </a:xfrm>
          <a:custGeom>
            <a:avLst/>
            <a:gdLst/>
            <a:ahLst/>
            <a:cxnLst/>
            <a:rect l="l" t="t" r="r" b="b"/>
            <a:pathLst>
              <a:path w="3971497" h="2039137" extrusionOk="0">
                <a:moveTo>
                  <a:pt x="3947725" y="299512"/>
                </a:moveTo>
                <a:cubicBezTo>
                  <a:pt x="3924134" y="113307"/>
                  <a:pt x="3885284" y="33501"/>
                  <a:pt x="3686450" y="8902"/>
                </a:cubicBezTo>
                <a:cubicBezTo>
                  <a:pt x="3601997" y="-3398"/>
                  <a:pt x="3538196" y="330"/>
                  <a:pt x="3453085" y="1250"/>
                </a:cubicBezTo>
                <a:cubicBezTo>
                  <a:pt x="2545650" y="21443"/>
                  <a:pt x="1638390" y="51765"/>
                  <a:pt x="731371" y="878"/>
                </a:cubicBezTo>
                <a:cubicBezTo>
                  <a:pt x="642467" y="-87"/>
                  <a:pt x="553519" y="1250"/>
                  <a:pt x="464769" y="6534"/>
                </a:cubicBezTo>
                <a:cubicBezTo>
                  <a:pt x="385183" y="11292"/>
                  <a:pt x="302374" y="15304"/>
                  <a:pt x="224563" y="33743"/>
                </a:cubicBezTo>
                <a:cubicBezTo>
                  <a:pt x="159908" y="49090"/>
                  <a:pt x="106653" y="83204"/>
                  <a:pt x="86570" y="149329"/>
                </a:cubicBezTo>
                <a:cubicBezTo>
                  <a:pt x="9067" y="671747"/>
                  <a:pt x="-7925" y="1209227"/>
                  <a:pt x="2994" y="1737127"/>
                </a:cubicBezTo>
                <a:cubicBezTo>
                  <a:pt x="7729" y="2035301"/>
                  <a:pt x="225024" y="2012784"/>
                  <a:pt x="454881" y="2012828"/>
                </a:cubicBezTo>
                <a:cubicBezTo>
                  <a:pt x="1452075" y="2021379"/>
                  <a:pt x="2463170" y="2030543"/>
                  <a:pt x="3459136" y="2039138"/>
                </a:cubicBezTo>
                <a:cubicBezTo>
                  <a:pt x="3468432" y="2039138"/>
                  <a:pt x="3468235" y="2024426"/>
                  <a:pt x="3458544" y="2024339"/>
                </a:cubicBezTo>
                <a:cubicBezTo>
                  <a:pt x="2395752" y="2013552"/>
                  <a:pt x="1331030" y="2008487"/>
                  <a:pt x="268237" y="1995157"/>
                </a:cubicBezTo>
                <a:cubicBezTo>
                  <a:pt x="201871" y="1991167"/>
                  <a:pt x="129981" y="1978933"/>
                  <a:pt x="80870" y="1929997"/>
                </a:cubicBezTo>
                <a:cubicBezTo>
                  <a:pt x="27856" y="1877181"/>
                  <a:pt x="19898" y="1797332"/>
                  <a:pt x="17289" y="1726406"/>
                </a:cubicBezTo>
                <a:cubicBezTo>
                  <a:pt x="11150" y="1553355"/>
                  <a:pt x="12904" y="1379647"/>
                  <a:pt x="17289" y="1206596"/>
                </a:cubicBezTo>
                <a:cubicBezTo>
                  <a:pt x="24962" y="897125"/>
                  <a:pt x="46317" y="588368"/>
                  <a:pt x="81352" y="280328"/>
                </a:cubicBezTo>
                <a:cubicBezTo>
                  <a:pt x="89990" y="206026"/>
                  <a:pt x="89333" y="112868"/>
                  <a:pt x="163591" y="71825"/>
                </a:cubicBezTo>
                <a:cubicBezTo>
                  <a:pt x="194285" y="54286"/>
                  <a:pt x="229825" y="46349"/>
                  <a:pt x="264444" y="40978"/>
                </a:cubicBezTo>
                <a:cubicBezTo>
                  <a:pt x="347341" y="28174"/>
                  <a:pt x="431728" y="22408"/>
                  <a:pt x="515502" y="18746"/>
                </a:cubicBezTo>
                <a:cubicBezTo>
                  <a:pt x="692894" y="11029"/>
                  <a:pt x="870483" y="17869"/>
                  <a:pt x="1047743" y="26113"/>
                </a:cubicBezTo>
                <a:cubicBezTo>
                  <a:pt x="1755029" y="63845"/>
                  <a:pt x="2462863" y="37711"/>
                  <a:pt x="3170346" y="20654"/>
                </a:cubicBezTo>
                <a:cubicBezTo>
                  <a:pt x="3346028" y="20478"/>
                  <a:pt x="3500947" y="3289"/>
                  <a:pt x="3675948" y="22605"/>
                </a:cubicBezTo>
                <a:cubicBezTo>
                  <a:pt x="3819576" y="42556"/>
                  <a:pt x="3893001" y="73821"/>
                  <a:pt x="3920034" y="229880"/>
                </a:cubicBezTo>
                <a:cubicBezTo>
                  <a:pt x="4003348" y="663591"/>
                  <a:pt x="3918609" y="1093707"/>
                  <a:pt x="3926392" y="1543489"/>
                </a:cubicBezTo>
                <a:cubicBezTo>
                  <a:pt x="3926568" y="1553092"/>
                  <a:pt x="3940665" y="1547436"/>
                  <a:pt x="3940490" y="1538337"/>
                </a:cubicBezTo>
                <a:cubicBezTo>
                  <a:pt x="3933321" y="1127383"/>
                  <a:pt x="4008215" y="711694"/>
                  <a:pt x="3947725" y="29951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/>
          <p:nvPr/>
        </p:nvSpPr>
        <p:spPr>
          <a:xfrm rot="-5673298">
            <a:off x="2374092" y="4308014"/>
            <a:ext cx="113285" cy="953670"/>
          </a:xfrm>
          <a:custGeom>
            <a:avLst/>
            <a:gdLst/>
            <a:ahLst/>
            <a:cxnLst/>
            <a:rect l="l" t="t" r="r" b="b"/>
            <a:pathLst>
              <a:path w="53711" h="452156" extrusionOk="0">
                <a:moveTo>
                  <a:pt x="39194" y="6047"/>
                </a:moveTo>
                <a:cubicBezTo>
                  <a:pt x="16217" y="151582"/>
                  <a:pt x="8039" y="298805"/>
                  <a:pt x="15" y="445744"/>
                </a:cubicBezTo>
                <a:cubicBezTo>
                  <a:pt x="-533" y="455478"/>
                  <a:pt x="14244" y="453439"/>
                  <a:pt x="14748" y="444275"/>
                </a:cubicBezTo>
                <a:cubicBezTo>
                  <a:pt x="22707" y="298586"/>
                  <a:pt x="30819" y="152678"/>
                  <a:pt x="53598" y="8393"/>
                </a:cubicBezTo>
                <a:cubicBezTo>
                  <a:pt x="55133" y="-1298"/>
                  <a:pt x="40597" y="-3271"/>
                  <a:pt x="39194" y="604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1"/>
          <p:cNvSpPr/>
          <p:nvPr/>
        </p:nvSpPr>
        <p:spPr>
          <a:xfrm rot="-5673298">
            <a:off x="2213926" y="4684679"/>
            <a:ext cx="80405" cy="398880"/>
          </a:xfrm>
          <a:custGeom>
            <a:avLst/>
            <a:gdLst/>
            <a:ahLst/>
            <a:cxnLst/>
            <a:rect l="l" t="t" r="r" b="b"/>
            <a:pathLst>
              <a:path w="38122" h="189118" extrusionOk="0">
                <a:moveTo>
                  <a:pt x="23673" y="6072"/>
                </a:moveTo>
                <a:cubicBezTo>
                  <a:pt x="15809" y="64288"/>
                  <a:pt x="7945" y="122498"/>
                  <a:pt x="82" y="180701"/>
                </a:cubicBezTo>
                <a:cubicBezTo>
                  <a:pt x="-1212" y="190414"/>
                  <a:pt x="13237" y="192409"/>
                  <a:pt x="14486" y="183047"/>
                </a:cubicBezTo>
                <a:cubicBezTo>
                  <a:pt x="22364" y="124844"/>
                  <a:pt x="30213" y="66634"/>
                  <a:pt x="38033" y="8418"/>
                </a:cubicBezTo>
                <a:cubicBezTo>
                  <a:pt x="39393" y="-1295"/>
                  <a:pt x="24879" y="-3290"/>
                  <a:pt x="23673" y="607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5590150" y="299125"/>
            <a:ext cx="540251" cy="264299"/>
          </a:xfrm>
          <a:custGeom>
            <a:avLst/>
            <a:gdLst/>
            <a:ahLst/>
            <a:cxnLst/>
            <a:rect l="l" t="t" r="r" b="b"/>
            <a:pathLst>
              <a:path w="256043" h="125260" extrusionOk="0">
                <a:moveTo>
                  <a:pt x="122835" y="3891"/>
                </a:moveTo>
                <a:cubicBezTo>
                  <a:pt x="106677" y="35258"/>
                  <a:pt x="90541" y="66632"/>
                  <a:pt x="74404" y="98013"/>
                </a:cubicBezTo>
                <a:cubicBezTo>
                  <a:pt x="67103" y="82972"/>
                  <a:pt x="59737" y="67939"/>
                  <a:pt x="52348" y="52914"/>
                </a:cubicBezTo>
                <a:cubicBezTo>
                  <a:pt x="49783" y="47630"/>
                  <a:pt x="41583" y="45218"/>
                  <a:pt x="38602" y="51708"/>
                </a:cubicBezTo>
                <a:cubicBezTo>
                  <a:pt x="30007" y="70416"/>
                  <a:pt x="17598" y="87110"/>
                  <a:pt x="2141" y="100709"/>
                </a:cubicBezTo>
                <a:cubicBezTo>
                  <a:pt x="-4787" y="106848"/>
                  <a:pt x="6723" y="116802"/>
                  <a:pt x="13629" y="110685"/>
                </a:cubicBezTo>
                <a:cubicBezTo>
                  <a:pt x="26258" y="99453"/>
                  <a:pt x="36979" y="86235"/>
                  <a:pt x="45354" y="71550"/>
                </a:cubicBezTo>
                <a:lnTo>
                  <a:pt x="67432" y="116670"/>
                </a:lnTo>
                <a:cubicBezTo>
                  <a:pt x="70107" y="122174"/>
                  <a:pt x="77978" y="124147"/>
                  <a:pt x="81179" y="117876"/>
                </a:cubicBezTo>
                <a:lnTo>
                  <a:pt x="128580" y="25793"/>
                </a:lnTo>
                <a:cubicBezTo>
                  <a:pt x="139147" y="55900"/>
                  <a:pt x="147259" y="86822"/>
                  <a:pt x="152784" y="118249"/>
                </a:cubicBezTo>
                <a:cubicBezTo>
                  <a:pt x="153969" y="125024"/>
                  <a:pt x="163462" y="128422"/>
                  <a:pt x="166970" y="121318"/>
                </a:cubicBezTo>
                <a:cubicBezTo>
                  <a:pt x="177515" y="99979"/>
                  <a:pt x="188039" y="78638"/>
                  <a:pt x="198585" y="57299"/>
                </a:cubicBezTo>
                <a:cubicBezTo>
                  <a:pt x="214107" y="75321"/>
                  <a:pt x="228819" y="94022"/>
                  <a:pt x="242434" y="113469"/>
                </a:cubicBezTo>
                <a:cubicBezTo>
                  <a:pt x="247959" y="121297"/>
                  <a:pt x="260259" y="113711"/>
                  <a:pt x="254580" y="105686"/>
                </a:cubicBezTo>
                <a:cubicBezTo>
                  <a:pt x="238509" y="82896"/>
                  <a:pt x="221145" y="61039"/>
                  <a:pt x="202575" y="40220"/>
                </a:cubicBezTo>
                <a:cubicBezTo>
                  <a:pt x="199023" y="36229"/>
                  <a:pt x="192512" y="35089"/>
                  <a:pt x="189705" y="40746"/>
                </a:cubicBezTo>
                <a:lnTo>
                  <a:pt x="163001" y="94899"/>
                </a:lnTo>
                <a:cubicBezTo>
                  <a:pt x="156468" y="64295"/>
                  <a:pt x="147566" y="34241"/>
                  <a:pt x="136407" y="5009"/>
                </a:cubicBezTo>
                <a:cubicBezTo>
                  <a:pt x="134324" y="-823"/>
                  <a:pt x="125861" y="-2029"/>
                  <a:pt x="122835" y="389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8371587" y="397372"/>
            <a:ext cx="290374" cy="231224"/>
          </a:xfrm>
          <a:custGeom>
            <a:avLst/>
            <a:gdLst/>
            <a:ahLst/>
            <a:cxnLst/>
            <a:rect l="l" t="t" r="r" b="b"/>
            <a:pathLst>
              <a:path w="137618" h="109585" extrusionOk="0">
                <a:moveTo>
                  <a:pt x="136999" y="99882"/>
                </a:moveTo>
                <a:cubicBezTo>
                  <a:pt x="113869" y="47085"/>
                  <a:pt x="65635" y="9548"/>
                  <a:pt x="8785" y="104"/>
                </a:cubicBezTo>
                <a:cubicBezTo>
                  <a:pt x="-292" y="-1365"/>
                  <a:pt x="-3910" y="13258"/>
                  <a:pt x="5627" y="14771"/>
                </a:cubicBezTo>
                <a:cubicBezTo>
                  <a:pt x="57435" y="23274"/>
                  <a:pt x="101482" y="57237"/>
                  <a:pt x="122902" y="105166"/>
                </a:cubicBezTo>
                <a:cubicBezTo>
                  <a:pt x="126738" y="113936"/>
                  <a:pt x="140705" y="108323"/>
                  <a:pt x="136999" y="9988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8526304" y="347275"/>
            <a:ext cx="132428" cy="91243"/>
          </a:xfrm>
          <a:custGeom>
            <a:avLst/>
            <a:gdLst/>
            <a:ahLst/>
            <a:cxnLst/>
            <a:rect l="l" t="t" r="r" b="b"/>
            <a:pathLst>
              <a:path w="62762" h="43243" extrusionOk="0">
                <a:moveTo>
                  <a:pt x="60351" y="30032"/>
                </a:moveTo>
                <a:cubicBezTo>
                  <a:pt x="45705" y="17367"/>
                  <a:pt x="28955" y="7372"/>
                  <a:pt x="10845" y="500"/>
                </a:cubicBezTo>
                <a:cubicBezTo>
                  <a:pt x="2273" y="-2745"/>
                  <a:pt x="-4765" y="10739"/>
                  <a:pt x="4092" y="14093"/>
                </a:cubicBezTo>
                <a:cubicBezTo>
                  <a:pt x="20996" y="20446"/>
                  <a:pt x="36672" y="29731"/>
                  <a:pt x="50353" y="41521"/>
                </a:cubicBezTo>
                <a:cubicBezTo>
                  <a:pt x="57413" y="47594"/>
                  <a:pt x="67410" y="36127"/>
                  <a:pt x="60351" y="3003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1"/>
          <p:cNvSpPr/>
          <p:nvPr/>
        </p:nvSpPr>
        <p:spPr>
          <a:xfrm>
            <a:off x="331162" y="1999469"/>
            <a:ext cx="211591" cy="267962"/>
          </a:xfrm>
          <a:custGeom>
            <a:avLst/>
            <a:gdLst/>
            <a:ahLst/>
            <a:cxnLst/>
            <a:rect l="l" t="t" r="r" b="b"/>
            <a:pathLst>
              <a:path w="100280" h="126996" extrusionOk="0">
                <a:moveTo>
                  <a:pt x="96357" y="74864"/>
                </a:moveTo>
                <a:cubicBezTo>
                  <a:pt x="82786" y="68484"/>
                  <a:pt x="69679" y="61157"/>
                  <a:pt x="57134" y="52940"/>
                </a:cubicBezTo>
                <a:cubicBezTo>
                  <a:pt x="68090" y="38401"/>
                  <a:pt x="80061" y="24657"/>
                  <a:pt x="92959" y="11809"/>
                </a:cubicBezTo>
                <a:cubicBezTo>
                  <a:pt x="99865" y="4925"/>
                  <a:pt x="88969" y="-4459"/>
                  <a:pt x="81997" y="2382"/>
                </a:cubicBezTo>
                <a:cubicBezTo>
                  <a:pt x="68721" y="15624"/>
                  <a:pt x="56406" y="29794"/>
                  <a:pt x="45141" y="44784"/>
                </a:cubicBezTo>
                <a:cubicBezTo>
                  <a:pt x="33594" y="36487"/>
                  <a:pt x="22607" y="27435"/>
                  <a:pt x="12255" y="17685"/>
                </a:cubicBezTo>
                <a:cubicBezTo>
                  <a:pt x="5480" y="11305"/>
                  <a:pt x="-4518" y="22793"/>
                  <a:pt x="2257" y="29173"/>
                </a:cubicBezTo>
                <a:cubicBezTo>
                  <a:pt x="12947" y="39230"/>
                  <a:pt x="24293" y="48568"/>
                  <a:pt x="36218" y="57127"/>
                </a:cubicBezTo>
                <a:cubicBezTo>
                  <a:pt x="23171" y="75947"/>
                  <a:pt x="11779" y="95863"/>
                  <a:pt x="2169" y="116652"/>
                </a:cubicBezTo>
                <a:cubicBezTo>
                  <a:pt x="-1953" y="125554"/>
                  <a:pt x="11246" y="131429"/>
                  <a:pt x="15324" y="122703"/>
                </a:cubicBezTo>
                <a:cubicBezTo>
                  <a:pt x="24609" y="102651"/>
                  <a:pt x="35613" y="83439"/>
                  <a:pt x="48211" y="65283"/>
                </a:cubicBezTo>
                <a:cubicBezTo>
                  <a:pt x="61447" y="73978"/>
                  <a:pt x="75279" y="81731"/>
                  <a:pt x="89604" y="88479"/>
                </a:cubicBezTo>
                <a:cubicBezTo>
                  <a:pt x="97936" y="92360"/>
                  <a:pt x="104951" y="78898"/>
                  <a:pt x="96357" y="7486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1"/>
          <p:cNvSpPr/>
          <p:nvPr/>
        </p:nvSpPr>
        <p:spPr>
          <a:xfrm>
            <a:off x="8564788" y="3584529"/>
            <a:ext cx="200902" cy="172792"/>
          </a:xfrm>
          <a:custGeom>
            <a:avLst/>
            <a:gdLst/>
            <a:ahLst/>
            <a:cxnLst/>
            <a:rect l="l" t="t" r="r" b="b"/>
            <a:pathLst>
              <a:path w="95214" h="81892" extrusionOk="0">
                <a:moveTo>
                  <a:pt x="92489" y="65480"/>
                </a:moveTo>
                <a:lnTo>
                  <a:pt x="61028" y="43753"/>
                </a:lnTo>
                <a:cubicBezTo>
                  <a:pt x="70521" y="33157"/>
                  <a:pt x="80036" y="22580"/>
                  <a:pt x="89530" y="12028"/>
                </a:cubicBezTo>
                <a:cubicBezTo>
                  <a:pt x="96107" y="4771"/>
                  <a:pt x="85145" y="-4635"/>
                  <a:pt x="78567" y="2600"/>
                </a:cubicBezTo>
                <a:lnTo>
                  <a:pt x="48991" y="35487"/>
                </a:lnTo>
                <a:lnTo>
                  <a:pt x="12684" y="10383"/>
                </a:lnTo>
                <a:cubicBezTo>
                  <a:pt x="5098" y="5144"/>
                  <a:pt x="-4856" y="16610"/>
                  <a:pt x="2687" y="21872"/>
                </a:cubicBezTo>
                <a:lnTo>
                  <a:pt x="38796" y="46844"/>
                </a:lnTo>
                <a:lnTo>
                  <a:pt x="18275" y="69865"/>
                </a:lnTo>
                <a:cubicBezTo>
                  <a:pt x="11697" y="77122"/>
                  <a:pt x="22660" y="86527"/>
                  <a:pt x="29237" y="79292"/>
                </a:cubicBezTo>
                <a:lnTo>
                  <a:pt x="50942" y="55175"/>
                </a:lnTo>
                <a:lnTo>
                  <a:pt x="82601" y="77100"/>
                </a:lnTo>
                <a:cubicBezTo>
                  <a:pt x="90078" y="82296"/>
                  <a:pt x="100119" y="70829"/>
                  <a:pt x="92489" y="6548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"/>
          <p:cNvSpPr/>
          <p:nvPr/>
        </p:nvSpPr>
        <p:spPr>
          <a:xfrm rot="5069525">
            <a:off x="7853134" y="3741816"/>
            <a:ext cx="814157" cy="1022353"/>
          </a:xfrm>
          <a:custGeom>
            <a:avLst/>
            <a:gdLst/>
            <a:ahLst/>
            <a:cxnLst/>
            <a:rect l="l" t="t" r="r" b="b"/>
            <a:pathLst>
              <a:path w="385904" h="484587" extrusionOk="0">
                <a:moveTo>
                  <a:pt x="316148" y="219239"/>
                </a:moveTo>
                <a:cubicBezTo>
                  <a:pt x="261491" y="116194"/>
                  <a:pt x="157744" y="32311"/>
                  <a:pt x="38101" y="26786"/>
                </a:cubicBezTo>
                <a:cubicBezTo>
                  <a:pt x="47463" y="22510"/>
                  <a:pt x="56935" y="18432"/>
                  <a:pt x="66471" y="14530"/>
                </a:cubicBezTo>
                <a:cubicBezTo>
                  <a:pt x="75241" y="10978"/>
                  <a:pt x="71273" y="-3010"/>
                  <a:pt x="62086" y="586"/>
                </a:cubicBezTo>
                <a:cubicBezTo>
                  <a:pt x="42552" y="8566"/>
                  <a:pt x="23390" y="17336"/>
                  <a:pt x="4578" y="26895"/>
                </a:cubicBezTo>
                <a:cubicBezTo>
                  <a:pt x="-2854" y="30645"/>
                  <a:pt x="-508" y="42440"/>
                  <a:pt x="6398" y="41585"/>
                </a:cubicBezTo>
                <a:cubicBezTo>
                  <a:pt x="7473" y="41870"/>
                  <a:pt x="8591" y="41957"/>
                  <a:pt x="9709" y="41826"/>
                </a:cubicBezTo>
                <a:cubicBezTo>
                  <a:pt x="22162" y="48710"/>
                  <a:pt x="33190" y="57875"/>
                  <a:pt x="42267" y="68837"/>
                </a:cubicBezTo>
                <a:cubicBezTo>
                  <a:pt x="48231" y="76094"/>
                  <a:pt x="60618" y="67368"/>
                  <a:pt x="54786" y="60265"/>
                </a:cubicBezTo>
                <a:cubicBezTo>
                  <a:pt x="49217" y="53468"/>
                  <a:pt x="42990" y="47241"/>
                  <a:pt x="36216" y="41650"/>
                </a:cubicBezTo>
                <a:cubicBezTo>
                  <a:pt x="257544" y="58730"/>
                  <a:pt x="357411" y="281133"/>
                  <a:pt x="371135" y="478147"/>
                </a:cubicBezTo>
                <a:cubicBezTo>
                  <a:pt x="372034" y="487859"/>
                  <a:pt x="386723" y="485952"/>
                  <a:pt x="385869" y="476678"/>
                </a:cubicBezTo>
                <a:cubicBezTo>
                  <a:pt x="377756" y="387730"/>
                  <a:pt x="358704" y="298409"/>
                  <a:pt x="316148" y="21923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1"/>
          <p:cNvSpPr/>
          <p:nvPr/>
        </p:nvSpPr>
        <p:spPr>
          <a:xfrm rot="5400000">
            <a:off x="305418" y="304611"/>
            <a:ext cx="746254" cy="775710"/>
          </a:xfrm>
          <a:custGeom>
            <a:avLst/>
            <a:gdLst/>
            <a:ahLst/>
            <a:cxnLst/>
            <a:rect l="l" t="t" r="r" b="b"/>
            <a:pathLst>
              <a:path w="353675" h="367635" extrusionOk="0">
                <a:moveTo>
                  <a:pt x="349850" y="316408"/>
                </a:moveTo>
                <a:cubicBezTo>
                  <a:pt x="344216" y="307967"/>
                  <a:pt x="337265" y="300140"/>
                  <a:pt x="331061" y="292094"/>
                </a:cubicBezTo>
                <a:cubicBezTo>
                  <a:pt x="325295" y="284639"/>
                  <a:pt x="312907" y="293387"/>
                  <a:pt x="318542" y="300688"/>
                </a:cubicBezTo>
                <a:cubicBezTo>
                  <a:pt x="320142" y="302661"/>
                  <a:pt x="330951" y="317022"/>
                  <a:pt x="332574" y="318447"/>
                </a:cubicBezTo>
                <a:cubicBezTo>
                  <a:pt x="270198" y="313689"/>
                  <a:pt x="197781" y="305292"/>
                  <a:pt x="142554" y="274598"/>
                </a:cubicBezTo>
                <a:cubicBezTo>
                  <a:pt x="87348" y="239760"/>
                  <a:pt x="52202" y="175937"/>
                  <a:pt x="31747" y="115404"/>
                </a:cubicBezTo>
                <a:cubicBezTo>
                  <a:pt x="20542" y="80171"/>
                  <a:pt x="14804" y="43432"/>
                  <a:pt x="14733" y="6461"/>
                </a:cubicBezTo>
                <a:cubicBezTo>
                  <a:pt x="14733" y="-3318"/>
                  <a:pt x="-44" y="-1323"/>
                  <a:pt x="0" y="7930"/>
                </a:cubicBezTo>
                <a:cubicBezTo>
                  <a:pt x="1184" y="107971"/>
                  <a:pt x="41065" y="213209"/>
                  <a:pt x="119862" y="277470"/>
                </a:cubicBezTo>
                <a:cubicBezTo>
                  <a:pt x="177501" y="318403"/>
                  <a:pt x="263467" y="328116"/>
                  <a:pt x="332705" y="333158"/>
                </a:cubicBezTo>
                <a:cubicBezTo>
                  <a:pt x="322510" y="340196"/>
                  <a:pt x="316437" y="346182"/>
                  <a:pt x="307470" y="353702"/>
                </a:cubicBezTo>
                <a:cubicBezTo>
                  <a:pt x="300301" y="359863"/>
                  <a:pt x="307821" y="372250"/>
                  <a:pt x="315275" y="365848"/>
                </a:cubicBezTo>
                <a:lnTo>
                  <a:pt x="340028" y="344647"/>
                </a:lnTo>
                <a:cubicBezTo>
                  <a:pt x="350048" y="337171"/>
                  <a:pt x="359037" y="328927"/>
                  <a:pt x="349850" y="316408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83375" y="683600"/>
            <a:ext cx="64263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/>
              <a:buNone/>
              <a:defRPr sz="34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/>
              <a:buNone/>
              <a:defRPr sz="34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/>
              <a:buNone/>
              <a:defRPr sz="34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/>
              <a:buNone/>
              <a:defRPr sz="34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/>
              <a:buNone/>
              <a:defRPr sz="34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/>
              <a:buNone/>
              <a:defRPr sz="34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/>
              <a:buNone/>
              <a:defRPr sz="34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/>
              <a:buNone/>
              <a:defRPr sz="34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/>
              <a:buNone/>
              <a:defRPr sz="34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188175" y="1506350"/>
            <a:ext cx="6426300" cy="28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unito"/>
              <a:buChar char="✗"/>
              <a:defRPr sz="2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683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Nunito"/>
              <a:buChar char="✗"/>
              <a:defRPr sz="2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683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unito"/>
              <a:buChar char="■"/>
              <a:defRPr sz="2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683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unito"/>
              <a:buChar char="●"/>
              <a:defRPr sz="2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683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unito"/>
              <a:buChar char="○"/>
              <a:defRPr sz="2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683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unito"/>
              <a:buChar char="■"/>
              <a:defRPr sz="2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683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unito"/>
              <a:buChar char="●"/>
              <a:defRPr sz="2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683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unito"/>
              <a:buChar char="○"/>
              <a:defRPr sz="2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683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Nunito"/>
              <a:buChar char="■"/>
              <a:defRPr sz="2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04375" y="4693376"/>
            <a:ext cx="5487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1500" b="1">
                <a:solidFill>
                  <a:schemeClr val="dk2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 algn="r" rtl="0">
              <a:buNone/>
              <a:defRPr sz="1500" b="1">
                <a:solidFill>
                  <a:schemeClr val="dk2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 algn="r" rtl="0">
              <a:buNone/>
              <a:defRPr sz="1500" b="1">
                <a:solidFill>
                  <a:schemeClr val="dk2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 algn="r" rtl="0">
              <a:buNone/>
              <a:defRPr sz="1500" b="1">
                <a:solidFill>
                  <a:schemeClr val="dk2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 algn="r" rtl="0">
              <a:buNone/>
              <a:defRPr sz="1500" b="1">
                <a:solidFill>
                  <a:schemeClr val="dk2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 algn="r" rtl="0">
              <a:buNone/>
              <a:defRPr sz="1500" b="1">
                <a:solidFill>
                  <a:schemeClr val="dk2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 algn="r" rtl="0">
              <a:buNone/>
              <a:defRPr sz="1500" b="1">
                <a:solidFill>
                  <a:schemeClr val="dk2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 algn="r" rtl="0">
              <a:buNone/>
              <a:defRPr sz="1500" b="1">
                <a:solidFill>
                  <a:schemeClr val="dk2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 algn="r" rtl="0">
              <a:buNone/>
              <a:defRPr sz="1500" b="1">
                <a:solidFill>
                  <a:schemeClr val="dk2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4" r:id="rId5"/>
    <p:sldLayoutId id="2147483657" r:id="rId6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"/>
          <p:cNvSpPr txBox="1">
            <a:spLocks noGrp="1"/>
          </p:cNvSpPr>
          <p:nvPr>
            <p:ph type="ctrTitle"/>
          </p:nvPr>
        </p:nvSpPr>
        <p:spPr>
          <a:xfrm>
            <a:off x="1867900" y="1731475"/>
            <a:ext cx="5408100" cy="1680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/>
              <a:t>CHALLENGE</a:t>
            </a:r>
            <a:r>
              <a:rPr lang="zh-TW" altLang="en-US" dirty="0"/>
              <a:t> </a:t>
            </a:r>
            <a:r>
              <a:rPr lang="en-US" altLang="zh-TW" dirty="0"/>
              <a:t>OF</a:t>
            </a:r>
            <a:r>
              <a:rPr lang="zh-TW" altLang="en-US" dirty="0"/>
              <a:t> </a:t>
            </a:r>
            <a:r>
              <a:rPr lang="en-US" altLang="zh-TW" dirty="0"/>
              <a:t>TEAM</a:t>
            </a:r>
            <a:br>
              <a:rPr lang="en-US" altLang="zh-TW" dirty="0"/>
            </a:br>
            <a:r>
              <a:rPr lang="zh-TW" altLang="en-U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第三屆</a:t>
            </a:r>
            <a:r>
              <a:rPr lang="en-US" altLang="zh-TW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SYC</a:t>
            </a:r>
            <a:r>
              <a:rPr lang="zh-TW" altLang="en-U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團康遊戲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AAB33A8-4C35-4072-A2C8-4A4D38C872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15C1393-30B6-4F72-A4BF-16A244ED1A5B}"/>
              </a:ext>
            </a:extLst>
          </p:cNvPr>
          <p:cNvSpPr txBox="1"/>
          <p:nvPr/>
        </p:nvSpPr>
        <p:spPr>
          <a:xfrm>
            <a:off x="921289" y="863590"/>
            <a:ext cx="730142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>
                <a:solidFill>
                  <a:schemeClr val="dk1"/>
                </a:solidFill>
                <a:latin typeface="MS Gothic" panose="020B0609070205080204" pitchFamily="49" charset="-128"/>
                <a:ea typeface="MS Gothic" panose="020B0609070205080204" pitchFamily="49" charset="-128"/>
                <a:sym typeface="Nunito SemiBold"/>
              </a:rPr>
              <a:t>分組小隊</a:t>
            </a:r>
            <a:endParaRPr lang="en-US" altLang="zh-TW" sz="2400" dirty="0">
              <a:solidFill>
                <a:schemeClr val="dk1"/>
              </a:solidFill>
              <a:latin typeface="MS Gothic" panose="020B0609070205080204" pitchFamily="49" charset="-128"/>
              <a:ea typeface="MS Gothic" panose="020B0609070205080204" pitchFamily="49" charset="-128"/>
              <a:sym typeface="Nunito SemiBold"/>
            </a:endParaRPr>
          </a:p>
          <a:p>
            <a:endParaRPr lang="en-US" altLang="zh-TW" sz="2400" dirty="0">
              <a:solidFill>
                <a:schemeClr val="dk1"/>
              </a:solidFill>
              <a:latin typeface="MS Gothic" panose="020B0609070205080204" pitchFamily="49" charset="-128"/>
              <a:ea typeface="MS Gothic" panose="020B0609070205080204" pitchFamily="49" charset="-128"/>
              <a:sym typeface="Nunito SemiBold"/>
            </a:endParaRPr>
          </a:p>
          <a:p>
            <a:r>
              <a:rPr lang="zh-TW" altLang="en-US" sz="2400" dirty="0">
                <a:solidFill>
                  <a:schemeClr val="dk1"/>
                </a:solidFill>
                <a:latin typeface="MS Gothic" panose="020B0609070205080204" pitchFamily="49" charset="-128"/>
                <a:ea typeface="MS Gothic" panose="020B0609070205080204" pitchFamily="49" charset="-128"/>
                <a:sym typeface="Nunito SemiBold"/>
              </a:rPr>
              <a:t>第一組</a:t>
            </a:r>
            <a:r>
              <a:rPr lang="en-US" altLang="zh-TW" sz="2400" dirty="0">
                <a:solidFill>
                  <a:schemeClr val="dk1"/>
                </a:solidFill>
                <a:latin typeface="MS Gothic" panose="020B0609070205080204" pitchFamily="49" charset="-128"/>
                <a:ea typeface="MS Gothic" panose="020B0609070205080204" pitchFamily="49" charset="-128"/>
                <a:sym typeface="Nunito SemiBold"/>
              </a:rPr>
              <a:t>-</a:t>
            </a:r>
            <a:r>
              <a:rPr lang="zh-TW" altLang="en-US" sz="2400" dirty="0">
                <a:solidFill>
                  <a:schemeClr val="dk1"/>
                </a:solidFill>
                <a:latin typeface="MS Gothic" panose="020B0609070205080204" pitchFamily="49" charset="-128"/>
                <a:ea typeface="MS Gothic" panose="020B0609070205080204" pitchFamily="49" charset="-128"/>
                <a:sym typeface="Nunito SemiBold"/>
              </a:rPr>
              <a:t>林家新、林佳瑩、陳孟妮、賴珮瑄</a:t>
            </a:r>
            <a:endParaRPr lang="en-US" altLang="zh-TW" sz="2400" dirty="0">
              <a:solidFill>
                <a:schemeClr val="dk1"/>
              </a:solidFill>
              <a:latin typeface="MS Gothic" panose="020B0609070205080204" pitchFamily="49" charset="-128"/>
              <a:ea typeface="MS Gothic" panose="020B0609070205080204" pitchFamily="49" charset="-128"/>
              <a:sym typeface="Nunito SemiBold"/>
            </a:endParaRPr>
          </a:p>
          <a:p>
            <a:endParaRPr lang="en-US" altLang="zh-TW" sz="2400" dirty="0">
              <a:solidFill>
                <a:schemeClr val="dk1"/>
              </a:solidFill>
              <a:latin typeface="MS Gothic" panose="020B0609070205080204" pitchFamily="49" charset="-128"/>
              <a:ea typeface="MS Gothic" panose="020B0609070205080204" pitchFamily="49" charset="-128"/>
              <a:sym typeface="Nunito SemiBold"/>
            </a:endParaRPr>
          </a:p>
          <a:p>
            <a:r>
              <a:rPr lang="zh-TW" altLang="en-US" sz="2400" dirty="0">
                <a:solidFill>
                  <a:schemeClr val="dk1"/>
                </a:solidFill>
                <a:latin typeface="MS Gothic" panose="020B0609070205080204" pitchFamily="49" charset="-128"/>
                <a:ea typeface="MS Gothic" panose="020B0609070205080204" pitchFamily="49" charset="-128"/>
                <a:sym typeface="Nunito SemiBold"/>
              </a:rPr>
              <a:t>第二組</a:t>
            </a:r>
            <a:r>
              <a:rPr lang="en-US" altLang="zh-TW" sz="2400" dirty="0">
                <a:solidFill>
                  <a:schemeClr val="dk1"/>
                </a:solidFill>
                <a:latin typeface="MS Gothic" panose="020B0609070205080204" pitchFamily="49" charset="-128"/>
                <a:ea typeface="MS Gothic" panose="020B0609070205080204" pitchFamily="49" charset="-128"/>
                <a:sym typeface="Nunito SemiBold"/>
              </a:rPr>
              <a:t>-</a:t>
            </a:r>
            <a:r>
              <a:rPr lang="zh-TW" altLang="en-US" sz="2400" dirty="0">
                <a:solidFill>
                  <a:schemeClr val="dk1"/>
                </a:solidFill>
                <a:latin typeface="MS Gothic" panose="020B0609070205080204" pitchFamily="49" charset="-128"/>
                <a:ea typeface="MS Gothic" panose="020B0609070205080204" pitchFamily="49" charset="-128"/>
                <a:sym typeface="Nunito SemiBold"/>
              </a:rPr>
              <a:t>林勳敏、吳庭皓、林家聿、顏家敬</a:t>
            </a:r>
            <a:endParaRPr lang="en-US" altLang="zh-TW" sz="2400" dirty="0">
              <a:solidFill>
                <a:schemeClr val="dk1"/>
              </a:solidFill>
              <a:latin typeface="MS Gothic" panose="020B0609070205080204" pitchFamily="49" charset="-128"/>
              <a:ea typeface="MS Gothic" panose="020B0609070205080204" pitchFamily="49" charset="-128"/>
              <a:sym typeface="Nunito SemiBold"/>
            </a:endParaRPr>
          </a:p>
          <a:p>
            <a:endParaRPr lang="en-US" altLang="zh-TW" sz="2400" dirty="0">
              <a:solidFill>
                <a:schemeClr val="dk1"/>
              </a:solidFill>
              <a:latin typeface="MS Gothic" panose="020B0609070205080204" pitchFamily="49" charset="-128"/>
              <a:ea typeface="MS Gothic" panose="020B0609070205080204" pitchFamily="49" charset="-128"/>
              <a:sym typeface="Nunito SemiBold"/>
            </a:endParaRPr>
          </a:p>
          <a:p>
            <a:r>
              <a:rPr lang="zh-TW" altLang="en-US" sz="2400" dirty="0">
                <a:solidFill>
                  <a:schemeClr val="dk1"/>
                </a:solidFill>
                <a:latin typeface="MS Gothic" panose="020B0609070205080204" pitchFamily="49" charset="-128"/>
                <a:ea typeface="MS Gothic" panose="020B0609070205080204" pitchFamily="49" charset="-128"/>
                <a:sym typeface="Nunito SemiBold"/>
              </a:rPr>
              <a:t>第三組</a:t>
            </a:r>
            <a:r>
              <a:rPr lang="en-US" altLang="zh-TW" sz="2400" dirty="0">
                <a:solidFill>
                  <a:schemeClr val="dk1"/>
                </a:solidFill>
                <a:latin typeface="MS Gothic" panose="020B0609070205080204" pitchFamily="49" charset="-128"/>
                <a:ea typeface="MS Gothic" panose="020B0609070205080204" pitchFamily="49" charset="-128"/>
                <a:sym typeface="Nunito SemiBold"/>
              </a:rPr>
              <a:t>-</a:t>
            </a:r>
            <a:r>
              <a:rPr lang="zh-TW" altLang="en-US" sz="2400" dirty="0">
                <a:solidFill>
                  <a:schemeClr val="dk1"/>
                </a:solidFill>
                <a:latin typeface="MS Gothic" panose="020B0609070205080204" pitchFamily="49" charset="-128"/>
                <a:ea typeface="MS Gothic" panose="020B0609070205080204" pitchFamily="49" charset="-128"/>
                <a:sym typeface="Nunito SemiBold"/>
              </a:rPr>
              <a:t>袁治豪、陳聖珉、孫緯家、曾芷璿</a:t>
            </a:r>
            <a:endParaRPr lang="en-US" altLang="zh-TW" sz="2400" dirty="0">
              <a:solidFill>
                <a:schemeClr val="dk1"/>
              </a:solidFill>
              <a:latin typeface="MS Gothic" panose="020B0609070205080204" pitchFamily="49" charset="-128"/>
              <a:ea typeface="MS Gothic" panose="020B0609070205080204" pitchFamily="49" charset="-128"/>
              <a:sym typeface="Nunito SemiBold"/>
            </a:endParaRPr>
          </a:p>
          <a:p>
            <a:endParaRPr lang="en-US" altLang="zh-TW" sz="2400" dirty="0">
              <a:solidFill>
                <a:schemeClr val="dk1"/>
              </a:solidFill>
              <a:latin typeface="MS Gothic" panose="020B0609070205080204" pitchFamily="49" charset="-128"/>
              <a:ea typeface="MS Gothic" panose="020B0609070205080204" pitchFamily="49" charset="-128"/>
              <a:sym typeface="Nunito SemiBold"/>
            </a:endParaRPr>
          </a:p>
          <a:p>
            <a:r>
              <a:rPr lang="zh-TW" altLang="en-US" sz="2400" dirty="0">
                <a:solidFill>
                  <a:schemeClr val="dk1"/>
                </a:solidFill>
                <a:latin typeface="MS Gothic" panose="020B0609070205080204" pitchFamily="49" charset="-128"/>
                <a:ea typeface="MS Gothic" panose="020B0609070205080204" pitchFamily="49" charset="-128"/>
                <a:sym typeface="Nunito SemiBold"/>
              </a:rPr>
              <a:t>第四組</a:t>
            </a:r>
            <a:r>
              <a:rPr lang="en-US" altLang="zh-TW" sz="2400" dirty="0">
                <a:solidFill>
                  <a:schemeClr val="dk1"/>
                </a:solidFill>
                <a:latin typeface="MS Gothic" panose="020B0609070205080204" pitchFamily="49" charset="-128"/>
                <a:ea typeface="MS Gothic" panose="020B0609070205080204" pitchFamily="49" charset="-128"/>
                <a:sym typeface="Nunito SemiBold"/>
              </a:rPr>
              <a:t>-</a:t>
            </a:r>
            <a:r>
              <a:rPr lang="zh-TW" altLang="en-US" sz="2400" dirty="0">
                <a:solidFill>
                  <a:schemeClr val="dk1"/>
                </a:solidFill>
                <a:latin typeface="MS Gothic" panose="020B0609070205080204" pitchFamily="49" charset="-128"/>
                <a:ea typeface="MS Gothic" panose="020B0609070205080204" pitchFamily="49" charset="-128"/>
                <a:sym typeface="Nunito SemiBold"/>
              </a:rPr>
              <a:t>張英洲、邱瀚陞、賴千榆、江若瑄</a:t>
            </a:r>
          </a:p>
        </p:txBody>
      </p:sp>
    </p:spTree>
    <p:extLst>
      <p:ext uri="{BB962C8B-B14F-4D97-AF65-F5344CB8AC3E}">
        <p14:creationId xmlns:p14="http://schemas.microsoft.com/office/powerpoint/2010/main" val="845809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 txBox="1">
            <a:spLocks noGrp="1"/>
          </p:cNvSpPr>
          <p:nvPr>
            <p:ph type="ctrTitle"/>
          </p:nvPr>
        </p:nvSpPr>
        <p:spPr>
          <a:xfrm>
            <a:off x="1773450" y="2236200"/>
            <a:ext cx="5597100" cy="67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心口不一，說一套做一套</a:t>
            </a:r>
            <a:endParaRPr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4" name="Google Shape;214;p18"/>
          <p:cNvSpPr txBox="1"/>
          <p:nvPr/>
        </p:nvSpPr>
        <p:spPr>
          <a:xfrm>
            <a:off x="686100" y="491800"/>
            <a:ext cx="1493700" cy="14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rPr>
              <a:t>1</a:t>
            </a:r>
            <a:endParaRPr sz="7200" b="1">
              <a:solidFill>
                <a:schemeClr val="dk1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9"/>
          <p:cNvSpPr txBox="1">
            <a:spLocks noGrp="1"/>
          </p:cNvSpPr>
          <p:nvPr>
            <p:ph type="body" idx="1"/>
          </p:nvPr>
        </p:nvSpPr>
        <p:spPr>
          <a:xfrm>
            <a:off x="1714300" y="1186825"/>
            <a:ext cx="6097086" cy="2769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altLang="en-US" sz="24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每隊派一個隊員，遊戲口號為</a:t>
            </a:r>
            <a:r>
              <a:rPr lang="en-US" altLang="zh-TW" sz="24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『</a:t>
            </a:r>
            <a:r>
              <a:rPr lang="zh-TW" altLang="en-US" sz="24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心口不一，說一套做一套</a:t>
            </a:r>
            <a:r>
              <a:rPr lang="en-US" altLang="zh-TW" sz="24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』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TW" sz="2400" b="1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altLang="en-US" sz="2400" dirty="0">
                <a:latin typeface="MS Gothic" panose="020B0609070205080204" pitchFamily="49" charset="-128"/>
                <a:ea typeface="MS Gothic" panose="020B0609070205080204" pitchFamily="49" charset="-128"/>
              </a:rPr>
              <a:t>每隊先派出一名成員。</a:t>
            </a:r>
            <a:endParaRPr lang="en-US" altLang="zh-TW" sz="2400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altLang="en-US" sz="2400" dirty="0">
                <a:latin typeface="MS Gothic" panose="020B0609070205080204" pitchFamily="49" charset="-128"/>
                <a:ea typeface="MS Gothic" panose="020B0609070205080204" pitchFamily="49" charset="-128"/>
              </a:rPr>
              <a:t>照順序輪流喊口號並於結束時比出</a:t>
            </a:r>
            <a:r>
              <a:rPr lang="en-US" altLang="zh-TW" sz="2400" dirty="0">
                <a:latin typeface="MS Gothic" panose="020B0609070205080204" pitchFamily="49" charset="-128"/>
                <a:ea typeface="MS Gothic" panose="020B0609070205080204" pitchFamily="49" charset="-128"/>
              </a:rPr>
              <a:t>1-5</a:t>
            </a:r>
            <a:r>
              <a:rPr lang="zh-TW" altLang="en-US" sz="2400" dirty="0">
                <a:latin typeface="MS Gothic" panose="020B0609070205080204" pitchFamily="49" charset="-128"/>
                <a:ea typeface="MS Gothic" panose="020B0609070205080204" pitchFamily="49" charset="-128"/>
              </a:rPr>
              <a:t>某個數字，若手比</a:t>
            </a:r>
            <a:r>
              <a:rPr lang="en-US" altLang="zh-TW" sz="2400" dirty="0">
                <a:latin typeface="MS Gothic" panose="020B0609070205080204" pitchFamily="49" charset="-128"/>
                <a:ea typeface="MS Gothic" panose="020B0609070205080204" pitchFamily="49" charset="-128"/>
              </a:rPr>
              <a:t>1</a:t>
            </a:r>
            <a:r>
              <a:rPr lang="zh-TW" altLang="en-US" sz="2400" dirty="0">
                <a:latin typeface="MS Gothic" panose="020B0609070205080204" pitchFamily="49" charset="-128"/>
                <a:ea typeface="MS Gothic" panose="020B0609070205080204" pitchFamily="49" charset="-128"/>
              </a:rPr>
              <a:t>，嘴裡就只能喊</a:t>
            </a:r>
            <a:r>
              <a:rPr lang="en-US" altLang="zh-TW" sz="2400" dirty="0">
                <a:latin typeface="MS Gothic" panose="020B0609070205080204" pitchFamily="49" charset="-128"/>
                <a:ea typeface="MS Gothic" panose="020B0609070205080204" pitchFamily="49" charset="-128"/>
              </a:rPr>
              <a:t>2-5</a:t>
            </a:r>
            <a:r>
              <a:rPr lang="zh-TW" altLang="en-US" sz="2400" dirty="0">
                <a:latin typeface="MS Gothic" panose="020B0609070205080204" pitchFamily="49" charset="-128"/>
                <a:ea typeface="MS Gothic" panose="020B0609070205080204" pitchFamily="49" charset="-128"/>
              </a:rPr>
              <a:t>，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altLang="en-US" sz="2400" dirty="0">
                <a:latin typeface="MS Gothic" panose="020B0609070205080204" pitchFamily="49" charset="-128"/>
                <a:ea typeface="MS Gothic" panose="020B0609070205080204" pitchFamily="49" charset="-128"/>
              </a:rPr>
              <a:t>故遊戲手口一致就算失敗，需換下一位組員上來，最快被淘汰完的隊就算最輸。</a:t>
            </a:r>
            <a:endParaRPr lang="en-US" altLang="zh-TW" sz="2400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altLang="en-US" sz="2400" dirty="0">
                <a:latin typeface="MS Gothic" panose="020B0609070205080204" pitchFamily="49" charset="-128"/>
                <a:ea typeface="MS Gothic" panose="020B0609070205080204" pitchFamily="49" charset="-128"/>
              </a:rPr>
              <a:t>注意</a:t>
            </a:r>
            <a:r>
              <a:rPr lang="zh-TW" altLang="en-US" sz="1600" b="0" i="0" dirty="0">
                <a:solidFill>
                  <a:srgbClr val="44444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▲</a:t>
            </a:r>
            <a:r>
              <a:rPr lang="zh-TW" altLang="en-US" sz="1600" b="1" i="0" u="sng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下一個人不可以跟上一個人說的數字一樣</a:t>
            </a:r>
            <a:endParaRPr lang="zh-TW" altLang="en-US" sz="2400" b="1" u="sng" dirty="0">
              <a:solidFill>
                <a:srgbClr val="FF0000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lvl="0" indent="0">
              <a:spcAft>
                <a:spcPts val="1000"/>
              </a:spcAft>
              <a:buNone/>
            </a:pPr>
            <a:endParaRPr dirty="0"/>
          </a:p>
        </p:txBody>
      </p:sp>
      <p:sp>
        <p:nvSpPr>
          <p:cNvPr id="220" name="Google Shape;220;p19"/>
          <p:cNvSpPr txBox="1">
            <a:spLocks noGrp="1"/>
          </p:cNvSpPr>
          <p:nvPr>
            <p:ph type="sldNum" idx="12"/>
          </p:nvPr>
        </p:nvSpPr>
        <p:spPr>
          <a:xfrm>
            <a:off x="8404375" y="4693376"/>
            <a:ext cx="548700" cy="300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0"/>
          <p:cNvSpPr txBox="1">
            <a:spLocks noGrp="1"/>
          </p:cNvSpPr>
          <p:nvPr>
            <p:ph type="ctrTitle"/>
          </p:nvPr>
        </p:nvSpPr>
        <p:spPr>
          <a:xfrm>
            <a:off x="1773450" y="2236200"/>
            <a:ext cx="5597100" cy="67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急中生字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4" name="Google Shape;454;p40"/>
          <p:cNvSpPr txBox="1"/>
          <p:nvPr/>
        </p:nvSpPr>
        <p:spPr>
          <a:xfrm>
            <a:off x="686100" y="491800"/>
            <a:ext cx="1493700" cy="14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rPr>
              <a:t>2</a:t>
            </a:r>
            <a:endParaRPr sz="7200" b="1">
              <a:solidFill>
                <a:schemeClr val="dk1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0"/>
          <p:cNvSpPr txBox="1">
            <a:spLocks noGrp="1"/>
          </p:cNvSpPr>
          <p:nvPr>
            <p:ph type="title"/>
          </p:nvPr>
        </p:nvSpPr>
        <p:spPr>
          <a:xfrm>
            <a:off x="883375" y="683600"/>
            <a:ext cx="64263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注音聯想篇</a:t>
            </a:r>
            <a:endParaRPr dirty="0"/>
          </a:p>
        </p:txBody>
      </p:sp>
      <p:sp>
        <p:nvSpPr>
          <p:cNvPr id="226" name="Google Shape;226;p20"/>
          <p:cNvSpPr txBox="1">
            <a:spLocks noGrp="1"/>
          </p:cNvSpPr>
          <p:nvPr>
            <p:ph type="body" idx="1"/>
          </p:nvPr>
        </p:nvSpPr>
        <p:spPr>
          <a:xfrm>
            <a:off x="1188175" y="1506350"/>
            <a:ext cx="6426300" cy="28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889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zh-TW" alt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每隊派一個組員出來，由主持人隨機抽取聯想主題並公布其聯想的注音符號；</a:t>
            </a:r>
            <a:endParaRPr lang="en-US" altLang="zh-TW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889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zh-TW" alt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成員需在轉身後以最快速度跑去按鈴搶答其聯想答案。</a:t>
            </a:r>
            <a:endParaRPr lang="en-US" altLang="zh-TW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889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zh-TW" alt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答錯的就要換下一人，答對的繼續留在台上</a:t>
            </a:r>
            <a:endParaRPr lang="en-US" altLang="zh-TW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889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zh-TW" alt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答對可加</a:t>
            </a:r>
            <a:r>
              <a:rPr lang="en-US" altLang="zh-TW" dirty="0">
                <a:latin typeface="MS Gothic" panose="020B0609070205080204" pitchFamily="49" charset="-128"/>
                <a:ea typeface="MS Gothic" panose="020B0609070205080204" pitchFamily="49" charset="-128"/>
              </a:rPr>
              <a:t>1</a:t>
            </a:r>
            <a:r>
              <a:rPr lang="zh-TW" alt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分，最後得分最高的隊伍即為優勝。</a:t>
            </a:r>
            <a:endParaRPr lang="en-US" altLang="zh-TW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889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lang="en-US" altLang="zh-TW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889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lang="en-US" altLang="zh-TW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889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lang="en-US" altLang="zh-TW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889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dirty="0"/>
          </a:p>
        </p:txBody>
      </p:sp>
      <p:sp>
        <p:nvSpPr>
          <p:cNvPr id="227" name="Google Shape;227;p20"/>
          <p:cNvSpPr txBox="1">
            <a:spLocks noGrp="1"/>
          </p:cNvSpPr>
          <p:nvPr>
            <p:ph type="sldNum" idx="12"/>
          </p:nvPr>
        </p:nvSpPr>
        <p:spPr>
          <a:xfrm>
            <a:off x="8404375" y="4693376"/>
            <a:ext cx="548700" cy="300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7648493" y="3814898"/>
            <a:ext cx="937597" cy="835429"/>
          </a:xfrm>
          <a:custGeom>
            <a:avLst/>
            <a:gdLst/>
            <a:ahLst/>
            <a:cxnLst/>
            <a:rect l="l" t="t" r="r" b="b"/>
            <a:pathLst>
              <a:path w="444359" h="395938" extrusionOk="0">
                <a:moveTo>
                  <a:pt x="135136" y="205311"/>
                </a:moveTo>
                <a:lnTo>
                  <a:pt x="101482" y="200356"/>
                </a:lnTo>
                <a:cubicBezTo>
                  <a:pt x="92405" y="199041"/>
                  <a:pt x="88788" y="213642"/>
                  <a:pt x="98347" y="215046"/>
                </a:cubicBezTo>
                <a:lnTo>
                  <a:pt x="132067" y="220001"/>
                </a:lnTo>
                <a:cubicBezTo>
                  <a:pt x="141056" y="221316"/>
                  <a:pt x="144673" y="206714"/>
                  <a:pt x="135136" y="205311"/>
                </a:cubicBezTo>
                <a:close/>
                <a:moveTo>
                  <a:pt x="293388" y="291650"/>
                </a:moveTo>
                <a:cubicBezTo>
                  <a:pt x="292554" y="295482"/>
                  <a:pt x="294966" y="299271"/>
                  <a:pt x="298803" y="300115"/>
                </a:cubicBezTo>
                <a:cubicBezTo>
                  <a:pt x="298869" y="300130"/>
                  <a:pt x="298935" y="300144"/>
                  <a:pt x="299001" y="300157"/>
                </a:cubicBezTo>
                <a:cubicBezTo>
                  <a:pt x="299373" y="300157"/>
                  <a:pt x="300711" y="300157"/>
                  <a:pt x="300930" y="300551"/>
                </a:cubicBezTo>
                <a:cubicBezTo>
                  <a:pt x="299921" y="300222"/>
                  <a:pt x="299790" y="300201"/>
                  <a:pt x="300535" y="300551"/>
                </a:cubicBezTo>
                <a:cubicBezTo>
                  <a:pt x="301280" y="300902"/>
                  <a:pt x="301456" y="300924"/>
                  <a:pt x="302267" y="301297"/>
                </a:cubicBezTo>
                <a:lnTo>
                  <a:pt x="302377" y="301297"/>
                </a:lnTo>
                <a:cubicBezTo>
                  <a:pt x="309919" y="308335"/>
                  <a:pt x="320267" y="297416"/>
                  <a:pt x="313142" y="290335"/>
                </a:cubicBezTo>
                <a:cubicBezTo>
                  <a:pt x="307573" y="285621"/>
                  <a:pt x="295756" y="281894"/>
                  <a:pt x="293388" y="291650"/>
                </a:cubicBezTo>
                <a:close/>
                <a:moveTo>
                  <a:pt x="285999" y="274110"/>
                </a:moveTo>
                <a:cubicBezTo>
                  <a:pt x="269973" y="263589"/>
                  <a:pt x="253310" y="254069"/>
                  <a:pt x="236099" y="245608"/>
                </a:cubicBezTo>
                <a:cubicBezTo>
                  <a:pt x="227833" y="241530"/>
                  <a:pt x="220752" y="255014"/>
                  <a:pt x="229346" y="259180"/>
                </a:cubicBezTo>
                <a:cubicBezTo>
                  <a:pt x="245439" y="267053"/>
                  <a:pt x="261027" y="275919"/>
                  <a:pt x="276002" y="285730"/>
                </a:cubicBezTo>
                <a:cubicBezTo>
                  <a:pt x="283697" y="290576"/>
                  <a:pt x="293738" y="279109"/>
                  <a:pt x="285999" y="274023"/>
                </a:cubicBezTo>
                <a:close/>
                <a:moveTo>
                  <a:pt x="433354" y="1544"/>
                </a:moveTo>
                <a:cubicBezTo>
                  <a:pt x="431162" y="3057"/>
                  <a:pt x="428970" y="4482"/>
                  <a:pt x="426908" y="5929"/>
                </a:cubicBezTo>
                <a:cubicBezTo>
                  <a:pt x="425220" y="5833"/>
                  <a:pt x="423554" y="6381"/>
                  <a:pt x="422239" y="7464"/>
                </a:cubicBezTo>
                <a:cubicBezTo>
                  <a:pt x="417854" y="10840"/>
                  <a:pt x="413469" y="14261"/>
                  <a:pt x="408952" y="17659"/>
                </a:cubicBezTo>
                <a:cubicBezTo>
                  <a:pt x="315904" y="75803"/>
                  <a:pt x="209197" y="106563"/>
                  <a:pt x="111195" y="154928"/>
                </a:cubicBezTo>
                <a:cubicBezTo>
                  <a:pt x="93853" y="163501"/>
                  <a:pt x="76773" y="172622"/>
                  <a:pt x="60089" y="182400"/>
                </a:cubicBezTo>
                <a:cubicBezTo>
                  <a:pt x="42549" y="192748"/>
                  <a:pt x="25141" y="203184"/>
                  <a:pt x="5146" y="208249"/>
                </a:cubicBezTo>
                <a:cubicBezTo>
                  <a:pt x="-1804" y="210003"/>
                  <a:pt x="-1147" y="218532"/>
                  <a:pt x="3743" y="221404"/>
                </a:cubicBezTo>
                <a:cubicBezTo>
                  <a:pt x="4707" y="222430"/>
                  <a:pt x="5979" y="223140"/>
                  <a:pt x="7360" y="223443"/>
                </a:cubicBezTo>
                <a:cubicBezTo>
                  <a:pt x="52371" y="234230"/>
                  <a:pt x="97777" y="242999"/>
                  <a:pt x="143621" y="249752"/>
                </a:cubicBezTo>
                <a:lnTo>
                  <a:pt x="143117" y="384961"/>
                </a:lnTo>
                <a:cubicBezTo>
                  <a:pt x="142854" y="387829"/>
                  <a:pt x="144717" y="390464"/>
                  <a:pt x="147502" y="391166"/>
                </a:cubicBezTo>
                <a:cubicBezTo>
                  <a:pt x="148620" y="393251"/>
                  <a:pt x="150615" y="394717"/>
                  <a:pt x="152939" y="395156"/>
                </a:cubicBezTo>
                <a:cubicBezTo>
                  <a:pt x="155855" y="396721"/>
                  <a:pt x="159473" y="395875"/>
                  <a:pt x="161402" y="393183"/>
                </a:cubicBezTo>
                <a:cubicBezTo>
                  <a:pt x="187777" y="361278"/>
                  <a:pt x="215797" y="330777"/>
                  <a:pt x="245351" y="301801"/>
                </a:cubicBezTo>
                <a:cubicBezTo>
                  <a:pt x="266464" y="313914"/>
                  <a:pt x="286394" y="328001"/>
                  <a:pt x="304854" y="343874"/>
                </a:cubicBezTo>
                <a:cubicBezTo>
                  <a:pt x="316496" y="353850"/>
                  <a:pt x="331712" y="356854"/>
                  <a:pt x="343266" y="366413"/>
                </a:cubicBezTo>
                <a:cubicBezTo>
                  <a:pt x="346533" y="371170"/>
                  <a:pt x="355500" y="370798"/>
                  <a:pt x="356553" y="363519"/>
                </a:cubicBezTo>
                <a:cubicBezTo>
                  <a:pt x="373083" y="243175"/>
                  <a:pt x="405510" y="125528"/>
                  <a:pt x="443593" y="10753"/>
                </a:cubicBezTo>
                <a:cubicBezTo>
                  <a:pt x="446618" y="4679"/>
                  <a:pt x="440173" y="-3323"/>
                  <a:pt x="433354" y="1457"/>
                </a:cubicBezTo>
                <a:close/>
                <a:moveTo>
                  <a:pt x="144959" y="232695"/>
                </a:moveTo>
                <a:cubicBezTo>
                  <a:pt x="144345" y="233234"/>
                  <a:pt x="143819" y="233863"/>
                  <a:pt x="143380" y="234558"/>
                </a:cubicBezTo>
                <a:cubicBezTo>
                  <a:pt x="106218" y="229033"/>
                  <a:pt x="69319" y="222164"/>
                  <a:pt x="32639" y="213949"/>
                </a:cubicBezTo>
                <a:cubicBezTo>
                  <a:pt x="52744" y="204895"/>
                  <a:pt x="71358" y="192134"/>
                  <a:pt x="90652" y="181720"/>
                </a:cubicBezTo>
                <a:cubicBezTo>
                  <a:pt x="170610" y="138682"/>
                  <a:pt x="257497" y="110816"/>
                  <a:pt x="339320" y="71856"/>
                </a:cubicBezTo>
                <a:cubicBezTo>
                  <a:pt x="273370" y="123978"/>
                  <a:pt x="208584" y="177592"/>
                  <a:pt x="144959" y="232695"/>
                </a:cubicBezTo>
                <a:close/>
                <a:moveTo>
                  <a:pt x="157938" y="358827"/>
                </a:moveTo>
                <a:lnTo>
                  <a:pt x="158376" y="242429"/>
                </a:lnTo>
                <a:cubicBezTo>
                  <a:pt x="158376" y="241688"/>
                  <a:pt x="158267" y="240949"/>
                  <a:pt x="158070" y="240237"/>
                </a:cubicBezTo>
                <a:cubicBezTo>
                  <a:pt x="232788" y="175691"/>
                  <a:pt x="309152" y="113147"/>
                  <a:pt x="387181" y="52607"/>
                </a:cubicBezTo>
                <a:lnTo>
                  <a:pt x="297159" y="137213"/>
                </a:lnTo>
                <a:cubicBezTo>
                  <a:pt x="259098" y="172972"/>
                  <a:pt x="217024" y="207372"/>
                  <a:pt x="189531" y="252405"/>
                </a:cubicBezTo>
                <a:cubicBezTo>
                  <a:pt x="188216" y="254240"/>
                  <a:pt x="188018" y="256658"/>
                  <a:pt x="189049" y="258675"/>
                </a:cubicBezTo>
                <a:cubicBezTo>
                  <a:pt x="189356" y="259691"/>
                  <a:pt x="189882" y="260620"/>
                  <a:pt x="190605" y="261394"/>
                </a:cubicBezTo>
                <a:cubicBezTo>
                  <a:pt x="181222" y="294369"/>
                  <a:pt x="170325" y="326817"/>
                  <a:pt x="157938" y="358739"/>
                </a:cubicBezTo>
                <a:close/>
                <a:moveTo>
                  <a:pt x="174535" y="355801"/>
                </a:moveTo>
                <a:cubicBezTo>
                  <a:pt x="184927" y="328323"/>
                  <a:pt x="194267" y="300479"/>
                  <a:pt x="202533" y="272269"/>
                </a:cubicBezTo>
                <a:cubicBezTo>
                  <a:pt x="212223" y="280124"/>
                  <a:pt x="222396" y="287379"/>
                  <a:pt x="232964" y="293996"/>
                </a:cubicBezTo>
                <a:cubicBezTo>
                  <a:pt x="212749" y="313844"/>
                  <a:pt x="193281" y="334418"/>
                  <a:pt x="174535" y="355713"/>
                </a:cubicBezTo>
                <a:close/>
                <a:moveTo>
                  <a:pt x="344143" y="348807"/>
                </a:moveTo>
                <a:cubicBezTo>
                  <a:pt x="334847" y="343743"/>
                  <a:pt x="324608" y="340432"/>
                  <a:pt x="316255" y="333460"/>
                </a:cubicBezTo>
                <a:cubicBezTo>
                  <a:pt x="304394" y="323193"/>
                  <a:pt x="291962" y="313631"/>
                  <a:pt x="278983" y="304827"/>
                </a:cubicBezTo>
                <a:cubicBezTo>
                  <a:pt x="253946" y="288581"/>
                  <a:pt x="227351" y="274637"/>
                  <a:pt x="205273" y="254400"/>
                </a:cubicBezTo>
                <a:cubicBezTo>
                  <a:pt x="232701" y="211538"/>
                  <a:pt x="274533" y="178125"/>
                  <a:pt x="311212" y="143637"/>
                </a:cubicBezTo>
                <a:cubicBezTo>
                  <a:pt x="346993" y="110020"/>
                  <a:pt x="382796" y="76401"/>
                  <a:pt x="418643" y="42784"/>
                </a:cubicBezTo>
                <a:cubicBezTo>
                  <a:pt x="385098" y="142442"/>
                  <a:pt x="360170" y="244797"/>
                  <a:pt x="344143" y="348720"/>
                </a:cubicBezTo>
                <a:close/>
                <a:moveTo>
                  <a:pt x="55923" y="163172"/>
                </a:moveTo>
                <a:cubicBezTo>
                  <a:pt x="76620" y="147430"/>
                  <a:pt x="101087" y="137608"/>
                  <a:pt x="124481" y="126668"/>
                </a:cubicBezTo>
                <a:lnTo>
                  <a:pt x="197797" y="92378"/>
                </a:lnTo>
                <a:cubicBezTo>
                  <a:pt x="206238" y="88431"/>
                  <a:pt x="202379" y="74268"/>
                  <a:pt x="193412" y="78434"/>
                </a:cubicBezTo>
                <a:lnTo>
                  <a:pt x="116237" y="114478"/>
                </a:lnTo>
                <a:cubicBezTo>
                  <a:pt x="92954" y="125440"/>
                  <a:pt x="68661" y="135306"/>
                  <a:pt x="48052" y="150960"/>
                </a:cubicBezTo>
                <a:cubicBezTo>
                  <a:pt x="40532" y="156704"/>
                  <a:pt x="48096" y="169114"/>
                  <a:pt x="55923" y="163084"/>
                </a:cubicBezTo>
                <a:close/>
                <a:moveTo>
                  <a:pt x="41760" y="133684"/>
                </a:moveTo>
                <a:cubicBezTo>
                  <a:pt x="60198" y="122794"/>
                  <a:pt x="79119" y="112805"/>
                  <a:pt x="98479" y="103713"/>
                </a:cubicBezTo>
                <a:cubicBezTo>
                  <a:pt x="106919" y="99766"/>
                  <a:pt x="103061" y="85603"/>
                  <a:pt x="94094" y="89791"/>
                </a:cubicBezTo>
                <a:cubicBezTo>
                  <a:pt x="73528" y="99409"/>
                  <a:pt x="53467" y="109990"/>
                  <a:pt x="33889" y="121537"/>
                </a:cubicBezTo>
                <a:cubicBezTo>
                  <a:pt x="25689" y="126339"/>
                  <a:pt x="33341" y="138573"/>
                  <a:pt x="41760" y="1335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0"/>
          <p:cNvSpPr txBox="1">
            <a:spLocks noGrp="1"/>
          </p:cNvSpPr>
          <p:nvPr>
            <p:ph type="ctrTitle"/>
          </p:nvPr>
        </p:nvSpPr>
        <p:spPr>
          <a:xfrm>
            <a:off x="1773450" y="2236200"/>
            <a:ext cx="5597100" cy="67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一竿進洞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4" name="Google Shape;454;p40"/>
          <p:cNvSpPr txBox="1"/>
          <p:nvPr/>
        </p:nvSpPr>
        <p:spPr>
          <a:xfrm>
            <a:off x="686100" y="491800"/>
            <a:ext cx="1493700" cy="14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7200" b="1" dirty="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rPr>
              <a:t>3</a:t>
            </a:r>
            <a:endParaRPr sz="7200" b="1" dirty="0">
              <a:solidFill>
                <a:schemeClr val="dk1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  <p:extLst>
      <p:ext uri="{BB962C8B-B14F-4D97-AF65-F5344CB8AC3E}">
        <p14:creationId xmlns:p14="http://schemas.microsoft.com/office/powerpoint/2010/main" val="1033909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9"/>
          <p:cNvSpPr txBox="1">
            <a:spLocks noGrp="1"/>
          </p:cNvSpPr>
          <p:nvPr>
            <p:ph type="body" idx="1"/>
          </p:nvPr>
        </p:nvSpPr>
        <p:spPr>
          <a:xfrm>
            <a:off x="1523457" y="1186800"/>
            <a:ext cx="6097086" cy="2769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altLang="en-US" sz="24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一桿進洞</a:t>
            </a:r>
            <a:r>
              <a:rPr lang="en-US" altLang="zh-TW" sz="24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-</a:t>
            </a:r>
            <a:r>
              <a:rPr lang="zh-TW" altLang="en-US" sz="24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速度篇</a:t>
            </a:r>
            <a:endParaRPr lang="en-US" altLang="zh-TW" sz="2400" b="1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TW" sz="2400" b="1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altLang="en-US" sz="24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每組各有</a:t>
            </a:r>
            <a:r>
              <a:rPr lang="en-US" altLang="zh-TW" sz="24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10</a:t>
            </a:r>
            <a:r>
              <a:rPr lang="zh-TW" altLang="en-US" sz="24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根筷子，依序排隊一次拿一根筷子，將筷子沿著桌邊放置，再用手拍向筷子；</a:t>
            </a:r>
            <a:endParaRPr lang="en-US" altLang="zh-TW" sz="2400" b="1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altLang="en-US" sz="24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哪一組先把五根筷子彈進自己的容器者獲勝。</a:t>
            </a:r>
            <a:endParaRPr lang="en-US" altLang="zh-TW" sz="2400" b="1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TW" sz="2400" b="1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altLang="en-US" sz="16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                                          註：容器猜拳決定</a:t>
            </a:r>
            <a:endParaRPr lang="zh-TW" altLang="en-US" sz="1600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lvl="0" indent="0">
              <a:spcAft>
                <a:spcPts val="1000"/>
              </a:spcAft>
              <a:buNone/>
            </a:pPr>
            <a:endParaRPr dirty="0"/>
          </a:p>
        </p:txBody>
      </p:sp>
      <p:sp>
        <p:nvSpPr>
          <p:cNvPr id="220" name="Google Shape;220;p19"/>
          <p:cNvSpPr txBox="1">
            <a:spLocks noGrp="1"/>
          </p:cNvSpPr>
          <p:nvPr>
            <p:ph type="sldNum" idx="12"/>
          </p:nvPr>
        </p:nvSpPr>
        <p:spPr>
          <a:xfrm>
            <a:off x="8404375" y="4693376"/>
            <a:ext cx="548700" cy="300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0652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2"/>
          <p:cNvSpPr txBox="1">
            <a:spLocks noGrp="1"/>
          </p:cNvSpPr>
          <p:nvPr>
            <p:ph type="title"/>
          </p:nvPr>
        </p:nvSpPr>
        <p:spPr>
          <a:xfrm>
            <a:off x="883375" y="683600"/>
            <a:ext cx="64263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懲罰是什麼</a:t>
            </a:r>
            <a:r>
              <a:rPr lang="en-US" altLang="zh-TW" dirty="0"/>
              <a:t>?</a:t>
            </a:r>
            <a:endParaRPr dirty="0"/>
          </a:p>
        </p:txBody>
      </p:sp>
      <p:sp>
        <p:nvSpPr>
          <p:cNvPr id="354" name="Google Shape;354;p32"/>
          <p:cNvSpPr txBox="1">
            <a:spLocks noGrp="1"/>
          </p:cNvSpPr>
          <p:nvPr>
            <p:ph type="body" idx="1"/>
          </p:nvPr>
        </p:nvSpPr>
        <p:spPr>
          <a:xfrm>
            <a:off x="1188175" y="1369310"/>
            <a:ext cx="6121500" cy="2404879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r>
              <a:rPr lang="en-US" altLang="zh-TW" b="1" dirty="0"/>
              <a:t>1.</a:t>
            </a:r>
            <a:r>
              <a:rPr lang="zh-TW" altLang="en-US" b="1" dirty="0"/>
              <a:t>衝破保鮮膜</a:t>
            </a:r>
            <a:r>
              <a:rPr lang="en-US" altLang="zh-TW" b="1" dirty="0"/>
              <a:t>(</a:t>
            </a:r>
            <a:r>
              <a:rPr lang="zh-TW" altLang="en-US" b="1" dirty="0"/>
              <a:t>三層</a:t>
            </a:r>
            <a:r>
              <a:rPr lang="en-US" altLang="zh-TW" b="1" dirty="0"/>
              <a:t>)</a:t>
            </a:r>
            <a:r>
              <a:rPr lang="zh-TW" altLang="en-US" b="1" dirty="0"/>
              <a:t>。</a:t>
            </a:r>
            <a:endParaRPr lang="en-US" altLang="zh-TW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b="1" dirty="0"/>
              <a:t>2.</a:t>
            </a:r>
            <a:r>
              <a:rPr lang="zh-TW" altLang="en-US" b="1" dirty="0"/>
              <a:t>喝苦茶一杯。</a:t>
            </a:r>
            <a:endParaRPr lang="en-US" altLang="zh-TW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TW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TW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b="1" dirty="0"/>
              <a:t>抽籤決定</a:t>
            </a:r>
            <a:endParaRPr lang="en-US" altLang="zh-TW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</p:txBody>
      </p:sp>
      <p:sp>
        <p:nvSpPr>
          <p:cNvPr id="357" name="Google Shape;357;p32"/>
          <p:cNvSpPr txBox="1">
            <a:spLocks noGrp="1"/>
          </p:cNvSpPr>
          <p:nvPr>
            <p:ph type="sldNum" idx="12"/>
          </p:nvPr>
        </p:nvSpPr>
        <p:spPr>
          <a:xfrm>
            <a:off x="8404375" y="4693376"/>
            <a:ext cx="548700" cy="300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358" name="Google Shape;358;p32"/>
          <p:cNvSpPr/>
          <p:nvPr/>
        </p:nvSpPr>
        <p:spPr>
          <a:xfrm rot="1085481">
            <a:off x="7856433" y="3637885"/>
            <a:ext cx="707279" cy="1144863"/>
          </a:xfrm>
          <a:custGeom>
            <a:avLst/>
            <a:gdLst/>
            <a:ahLst/>
            <a:cxnLst/>
            <a:rect l="l" t="t" r="r" b="b"/>
            <a:pathLst>
              <a:path w="335318" h="542775" extrusionOk="0">
                <a:moveTo>
                  <a:pt x="198455" y="462598"/>
                </a:moveTo>
                <a:cubicBezTo>
                  <a:pt x="175566" y="459603"/>
                  <a:pt x="152479" y="458139"/>
                  <a:pt x="129393" y="458213"/>
                </a:cubicBezTo>
                <a:cubicBezTo>
                  <a:pt x="120097" y="458213"/>
                  <a:pt x="120294" y="473012"/>
                  <a:pt x="130007" y="473012"/>
                </a:cubicBezTo>
                <a:cubicBezTo>
                  <a:pt x="151843" y="473003"/>
                  <a:pt x="173658" y="474468"/>
                  <a:pt x="195298" y="477397"/>
                </a:cubicBezTo>
                <a:cubicBezTo>
                  <a:pt x="204396" y="478493"/>
                  <a:pt x="208014" y="463870"/>
                  <a:pt x="198455" y="462598"/>
                </a:cubicBezTo>
                <a:close/>
                <a:moveTo>
                  <a:pt x="138667" y="86153"/>
                </a:moveTo>
                <a:cubicBezTo>
                  <a:pt x="147963" y="86153"/>
                  <a:pt x="147787" y="71354"/>
                  <a:pt x="138075" y="71354"/>
                </a:cubicBezTo>
                <a:cubicBezTo>
                  <a:pt x="128844" y="71267"/>
                  <a:pt x="128954" y="86153"/>
                  <a:pt x="138667" y="86153"/>
                </a:cubicBezTo>
                <a:close/>
                <a:moveTo>
                  <a:pt x="94335" y="528021"/>
                </a:moveTo>
                <a:cubicBezTo>
                  <a:pt x="74866" y="526552"/>
                  <a:pt x="54038" y="524294"/>
                  <a:pt x="37638" y="512674"/>
                </a:cubicBezTo>
                <a:cubicBezTo>
                  <a:pt x="20098" y="500221"/>
                  <a:pt x="16723" y="481146"/>
                  <a:pt x="14771" y="460976"/>
                </a:cubicBezTo>
                <a:cubicBezTo>
                  <a:pt x="13850" y="451263"/>
                  <a:pt x="-839" y="453171"/>
                  <a:pt x="38" y="462445"/>
                </a:cubicBezTo>
                <a:cubicBezTo>
                  <a:pt x="3107" y="520632"/>
                  <a:pt x="37112" y="539422"/>
                  <a:pt x="91200" y="542754"/>
                </a:cubicBezTo>
                <a:cubicBezTo>
                  <a:pt x="100343" y="543412"/>
                  <a:pt x="103938" y="528766"/>
                  <a:pt x="94335" y="528021"/>
                </a:cubicBezTo>
                <a:close/>
                <a:moveTo>
                  <a:pt x="158377" y="85145"/>
                </a:moveTo>
                <a:cubicBezTo>
                  <a:pt x="163990" y="85954"/>
                  <a:pt x="169668" y="86311"/>
                  <a:pt x="175346" y="86219"/>
                </a:cubicBezTo>
                <a:cubicBezTo>
                  <a:pt x="184664" y="85211"/>
                  <a:pt x="184884" y="71223"/>
                  <a:pt x="174732" y="71442"/>
                </a:cubicBezTo>
                <a:cubicBezTo>
                  <a:pt x="170326" y="71457"/>
                  <a:pt x="165941" y="71133"/>
                  <a:pt x="161578" y="70477"/>
                </a:cubicBezTo>
                <a:cubicBezTo>
                  <a:pt x="152435" y="69074"/>
                  <a:pt x="148818" y="83720"/>
                  <a:pt x="158377" y="85101"/>
                </a:cubicBezTo>
                <a:close/>
                <a:moveTo>
                  <a:pt x="111765" y="143026"/>
                </a:moveTo>
                <a:cubicBezTo>
                  <a:pt x="100978" y="154089"/>
                  <a:pt x="93107" y="167647"/>
                  <a:pt x="88854" y="182490"/>
                </a:cubicBezTo>
                <a:cubicBezTo>
                  <a:pt x="86070" y="191918"/>
                  <a:pt x="100627" y="193803"/>
                  <a:pt x="103259" y="184836"/>
                </a:cubicBezTo>
                <a:cubicBezTo>
                  <a:pt x="106920" y="172574"/>
                  <a:pt x="113563" y="161416"/>
                  <a:pt x="122618" y="152366"/>
                </a:cubicBezTo>
                <a:cubicBezTo>
                  <a:pt x="129436" y="145438"/>
                  <a:pt x="118562" y="136054"/>
                  <a:pt x="111765" y="142982"/>
                </a:cubicBezTo>
                <a:close/>
                <a:moveTo>
                  <a:pt x="122727" y="167011"/>
                </a:moveTo>
                <a:cubicBezTo>
                  <a:pt x="118036" y="175382"/>
                  <a:pt x="114396" y="184299"/>
                  <a:pt x="111897" y="193562"/>
                </a:cubicBezTo>
                <a:cubicBezTo>
                  <a:pt x="109288" y="203055"/>
                  <a:pt x="123802" y="204941"/>
                  <a:pt x="126301" y="195908"/>
                </a:cubicBezTo>
                <a:cubicBezTo>
                  <a:pt x="128516" y="187927"/>
                  <a:pt x="131739" y="180254"/>
                  <a:pt x="135838" y="173062"/>
                </a:cubicBezTo>
                <a:cubicBezTo>
                  <a:pt x="140596" y="164446"/>
                  <a:pt x="127354" y="158658"/>
                  <a:pt x="122640" y="166967"/>
                </a:cubicBezTo>
                <a:close/>
                <a:moveTo>
                  <a:pt x="287929" y="26584"/>
                </a:moveTo>
                <a:cubicBezTo>
                  <a:pt x="267211" y="9308"/>
                  <a:pt x="235661" y="10558"/>
                  <a:pt x="210272" y="7817"/>
                </a:cubicBezTo>
                <a:cubicBezTo>
                  <a:pt x="201174" y="6830"/>
                  <a:pt x="197534" y="21454"/>
                  <a:pt x="207115" y="22485"/>
                </a:cubicBezTo>
                <a:cubicBezTo>
                  <a:pt x="270696" y="25686"/>
                  <a:pt x="294199" y="30969"/>
                  <a:pt x="302969" y="99681"/>
                </a:cubicBezTo>
                <a:cubicBezTo>
                  <a:pt x="304395" y="109284"/>
                  <a:pt x="319062" y="107420"/>
                  <a:pt x="317702" y="98234"/>
                </a:cubicBezTo>
                <a:cubicBezTo>
                  <a:pt x="313756" y="72495"/>
                  <a:pt x="308954" y="44146"/>
                  <a:pt x="287841" y="26541"/>
                </a:cubicBezTo>
                <a:close/>
                <a:moveTo>
                  <a:pt x="309152" y="1284"/>
                </a:moveTo>
                <a:cubicBezTo>
                  <a:pt x="301500" y="-3825"/>
                  <a:pt x="291459" y="7620"/>
                  <a:pt x="299154" y="12772"/>
                </a:cubicBezTo>
                <a:cubicBezTo>
                  <a:pt x="314063" y="22726"/>
                  <a:pt x="322745" y="39367"/>
                  <a:pt x="320400" y="57432"/>
                </a:cubicBezTo>
                <a:cubicBezTo>
                  <a:pt x="319128" y="67123"/>
                  <a:pt x="333554" y="69140"/>
                  <a:pt x="334804" y="59756"/>
                </a:cubicBezTo>
                <a:cubicBezTo>
                  <a:pt x="337676" y="36867"/>
                  <a:pt x="328468" y="14263"/>
                  <a:pt x="309064" y="1240"/>
                </a:cubicBezTo>
                <a:close/>
                <a:moveTo>
                  <a:pt x="280124" y="211145"/>
                </a:moveTo>
                <a:cubicBezTo>
                  <a:pt x="280124" y="205642"/>
                  <a:pt x="279948" y="200183"/>
                  <a:pt x="279839" y="194746"/>
                </a:cubicBezTo>
                <a:cubicBezTo>
                  <a:pt x="282382" y="193985"/>
                  <a:pt x="284136" y="191690"/>
                  <a:pt x="284224" y="189045"/>
                </a:cubicBezTo>
                <a:lnTo>
                  <a:pt x="288609" y="138751"/>
                </a:lnTo>
                <a:cubicBezTo>
                  <a:pt x="289025" y="134519"/>
                  <a:pt x="285912" y="130761"/>
                  <a:pt x="281680" y="130356"/>
                </a:cubicBezTo>
                <a:cubicBezTo>
                  <a:pt x="280716" y="130261"/>
                  <a:pt x="279751" y="130351"/>
                  <a:pt x="278830" y="130617"/>
                </a:cubicBezTo>
                <a:cubicBezTo>
                  <a:pt x="278830" y="125881"/>
                  <a:pt x="278764" y="121327"/>
                  <a:pt x="278633" y="116957"/>
                </a:cubicBezTo>
                <a:cubicBezTo>
                  <a:pt x="272692" y="22901"/>
                  <a:pt x="251798" y="47172"/>
                  <a:pt x="174118" y="40967"/>
                </a:cubicBezTo>
                <a:cubicBezTo>
                  <a:pt x="133405" y="44672"/>
                  <a:pt x="34152" y="22331"/>
                  <a:pt x="29176" y="81418"/>
                </a:cubicBezTo>
                <a:cubicBezTo>
                  <a:pt x="17490" y="212066"/>
                  <a:pt x="35753" y="344512"/>
                  <a:pt x="36805" y="475555"/>
                </a:cubicBezTo>
                <a:cubicBezTo>
                  <a:pt x="37003" y="509166"/>
                  <a:pt x="80413" y="511424"/>
                  <a:pt x="105977" y="511336"/>
                </a:cubicBezTo>
                <a:lnTo>
                  <a:pt x="211215" y="513025"/>
                </a:lnTo>
                <a:cubicBezTo>
                  <a:pt x="290889" y="523855"/>
                  <a:pt x="285583" y="477529"/>
                  <a:pt x="283917" y="405419"/>
                </a:cubicBezTo>
                <a:cubicBezTo>
                  <a:pt x="283785" y="404608"/>
                  <a:pt x="282580" y="345718"/>
                  <a:pt x="281330" y="277270"/>
                </a:cubicBezTo>
                <a:cubicBezTo>
                  <a:pt x="285627" y="277035"/>
                  <a:pt x="289113" y="273720"/>
                  <a:pt x="289573" y="269443"/>
                </a:cubicBezTo>
                <a:cubicBezTo>
                  <a:pt x="290736" y="252087"/>
                  <a:pt x="290626" y="234668"/>
                  <a:pt x="289244" y="217328"/>
                </a:cubicBezTo>
                <a:cubicBezTo>
                  <a:pt x="289069" y="213531"/>
                  <a:pt x="285846" y="210597"/>
                  <a:pt x="282053" y="210777"/>
                </a:cubicBezTo>
                <a:cubicBezTo>
                  <a:pt x="281396" y="210808"/>
                  <a:pt x="280738" y="210933"/>
                  <a:pt x="280124" y="211145"/>
                </a:cubicBezTo>
                <a:close/>
                <a:moveTo>
                  <a:pt x="262343" y="485926"/>
                </a:moveTo>
                <a:cubicBezTo>
                  <a:pt x="249561" y="505373"/>
                  <a:pt x="221563" y="498423"/>
                  <a:pt x="201985" y="498094"/>
                </a:cubicBezTo>
                <a:lnTo>
                  <a:pt x="122574" y="496822"/>
                </a:lnTo>
                <a:cubicBezTo>
                  <a:pt x="100891" y="496450"/>
                  <a:pt x="59782" y="502523"/>
                  <a:pt x="50486" y="476147"/>
                </a:cubicBezTo>
                <a:cubicBezTo>
                  <a:pt x="47351" y="346113"/>
                  <a:pt x="32552" y="214478"/>
                  <a:pt x="41234" y="84421"/>
                </a:cubicBezTo>
                <a:cubicBezTo>
                  <a:pt x="43602" y="54889"/>
                  <a:pt x="77410" y="55920"/>
                  <a:pt x="97229" y="55920"/>
                </a:cubicBezTo>
                <a:cubicBezTo>
                  <a:pt x="145463" y="55064"/>
                  <a:pt x="194202" y="54494"/>
                  <a:pt x="242348" y="58945"/>
                </a:cubicBezTo>
                <a:cubicBezTo>
                  <a:pt x="254319" y="60436"/>
                  <a:pt x="258572" y="66794"/>
                  <a:pt x="260480" y="79642"/>
                </a:cubicBezTo>
                <a:cubicBezTo>
                  <a:pt x="271968" y="193540"/>
                  <a:pt x="272976" y="469724"/>
                  <a:pt x="262343" y="485926"/>
                </a:cubicBezTo>
                <a:close/>
                <a:moveTo>
                  <a:pt x="238993" y="117593"/>
                </a:moveTo>
                <a:cubicBezTo>
                  <a:pt x="242808" y="113493"/>
                  <a:pt x="241010" y="104746"/>
                  <a:pt x="233512" y="104855"/>
                </a:cubicBezTo>
                <a:lnTo>
                  <a:pt x="72301" y="107245"/>
                </a:lnTo>
                <a:cubicBezTo>
                  <a:pt x="70218" y="107216"/>
                  <a:pt x="68267" y="108166"/>
                  <a:pt x="66995" y="109810"/>
                </a:cubicBezTo>
                <a:cubicBezTo>
                  <a:pt x="64321" y="111073"/>
                  <a:pt x="62545" y="113682"/>
                  <a:pt x="62347" y="116629"/>
                </a:cubicBezTo>
                <a:cubicBezTo>
                  <a:pt x="57173" y="221143"/>
                  <a:pt x="55047" y="329099"/>
                  <a:pt x="72630" y="431816"/>
                </a:cubicBezTo>
                <a:cubicBezTo>
                  <a:pt x="73858" y="434276"/>
                  <a:pt x="76467" y="435736"/>
                  <a:pt x="79208" y="435499"/>
                </a:cubicBezTo>
                <a:cubicBezTo>
                  <a:pt x="135093" y="433833"/>
                  <a:pt x="190409" y="445475"/>
                  <a:pt x="246338" y="442822"/>
                </a:cubicBezTo>
                <a:cubicBezTo>
                  <a:pt x="253442" y="442493"/>
                  <a:pt x="254998" y="433723"/>
                  <a:pt x="250964" y="429843"/>
                </a:cubicBezTo>
                <a:cubicBezTo>
                  <a:pt x="247018" y="325745"/>
                  <a:pt x="243028" y="221647"/>
                  <a:pt x="238993" y="117549"/>
                </a:cubicBezTo>
                <a:close/>
                <a:moveTo>
                  <a:pt x="84425" y="420613"/>
                </a:moveTo>
                <a:cubicBezTo>
                  <a:pt x="73156" y="321483"/>
                  <a:pt x="70569" y="221560"/>
                  <a:pt x="76664" y="121978"/>
                </a:cubicBezTo>
                <a:lnTo>
                  <a:pt x="224282" y="119786"/>
                </a:lnTo>
                <a:cubicBezTo>
                  <a:pt x="228207" y="222640"/>
                  <a:pt x="232131" y="325489"/>
                  <a:pt x="236077" y="428330"/>
                </a:cubicBezTo>
                <a:cubicBezTo>
                  <a:pt x="185410" y="429317"/>
                  <a:pt x="135115" y="419867"/>
                  <a:pt x="84425" y="42056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0"/>
          <p:cNvSpPr txBox="1">
            <a:spLocks noGrp="1"/>
          </p:cNvSpPr>
          <p:nvPr>
            <p:ph type="ctrTitle" idx="4294967295"/>
          </p:nvPr>
        </p:nvSpPr>
        <p:spPr>
          <a:xfrm>
            <a:off x="855300" y="611449"/>
            <a:ext cx="7433400" cy="894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8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準備道具</a:t>
            </a:r>
            <a:endParaRPr sz="2800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2" name="Google Shape;332;p30"/>
          <p:cNvSpPr txBox="1">
            <a:spLocks noGrp="1"/>
          </p:cNvSpPr>
          <p:nvPr>
            <p:ph type="sldNum" idx="12"/>
          </p:nvPr>
        </p:nvSpPr>
        <p:spPr>
          <a:xfrm>
            <a:off x="8404375" y="4693376"/>
            <a:ext cx="548700" cy="300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9" name="Google Shape;354;p32">
            <a:extLst>
              <a:ext uri="{FF2B5EF4-FFF2-40B4-BE49-F238E27FC236}">
                <a16:creationId xmlns:a16="http://schemas.microsoft.com/office/drawing/2014/main" id="{93168D98-3219-F74C-1C9E-D2E752475A3F}"/>
              </a:ext>
            </a:extLst>
          </p:cNvPr>
          <p:cNvSpPr txBox="1">
            <a:spLocks/>
          </p:cNvSpPr>
          <p:nvPr/>
        </p:nvSpPr>
        <p:spPr>
          <a:xfrm>
            <a:off x="1188174" y="1506349"/>
            <a:ext cx="7154839" cy="272865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sz="1200" dirty="0"/>
          </a:p>
        </p:txBody>
      </p:sp>
      <p:sp>
        <p:nvSpPr>
          <p:cNvPr id="10" name="Google Shape;354;p32">
            <a:extLst>
              <a:ext uri="{FF2B5EF4-FFF2-40B4-BE49-F238E27FC236}">
                <a16:creationId xmlns:a16="http://schemas.microsoft.com/office/drawing/2014/main" id="{6E0541E9-EC40-89B8-BC91-4CD2C84FFFD1}"/>
              </a:ext>
            </a:extLst>
          </p:cNvPr>
          <p:cNvSpPr txBox="1">
            <a:spLocks/>
          </p:cNvSpPr>
          <p:nvPr/>
        </p:nvSpPr>
        <p:spPr>
          <a:xfrm>
            <a:off x="1021737" y="1506349"/>
            <a:ext cx="7100525" cy="134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TW" altLang="en-US" sz="1200" dirty="0">
                <a:latin typeface="MS Gothic" panose="020B0609070205080204" pitchFamily="49" charset="-128"/>
                <a:ea typeface="MS Gothic" panose="020B0609070205080204" pitchFamily="49" charset="-128"/>
              </a:rPr>
              <a:t>黑板、黑板筆、按鈴道具、急中生字的題目、杯子</a:t>
            </a:r>
            <a:r>
              <a:rPr lang="en-US" altLang="zh-TW" sz="1200" dirty="0">
                <a:latin typeface="MS Gothic" panose="020B0609070205080204" pitchFamily="49" charset="-128"/>
                <a:ea typeface="MS Gothic" panose="020B0609070205080204" pitchFamily="49" charset="-128"/>
              </a:rPr>
              <a:t>X4</a:t>
            </a:r>
            <a:r>
              <a:rPr lang="zh-TW" altLang="en-US" sz="1200" dirty="0">
                <a:latin typeface="MS Gothic" panose="020B0609070205080204" pitchFamily="49" charset="-128"/>
                <a:ea typeface="MS Gothic" panose="020B0609070205080204" pitchFamily="49" charset="-128"/>
              </a:rPr>
              <a:t>個</a:t>
            </a:r>
            <a:r>
              <a:rPr lang="en-US" altLang="zh-TW" sz="1200" dirty="0">
                <a:latin typeface="MS Gothic" panose="020B0609070205080204" pitchFamily="49" charset="-128"/>
                <a:ea typeface="MS Gothic" panose="020B0609070205080204" pitchFamily="49" charset="-128"/>
              </a:rPr>
              <a:t>(</a:t>
            </a:r>
            <a:r>
              <a:rPr lang="zh-TW" altLang="en-US" sz="1200" dirty="0">
                <a:latin typeface="MS Gothic" panose="020B0609070205080204" pitchFamily="49" charset="-128"/>
                <a:ea typeface="MS Gothic" panose="020B0609070205080204" pitchFamily="49" charset="-128"/>
              </a:rPr>
              <a:t>玻璃杯較好、大小高低不一</a:t>
            </a:r>
            <a:r>
              <a:rPr lang="en-US" altLang="zh-TW" sz="1200" dirty="0">
                <a:latin typeface="MS Gothic" panose="020B0609070205080204" pitchFamily="49" charset="-128"/>
                <a:ea typeface="MS Gothic" panose="020B0609070205080204" pitchFamily="49" charset="-128"/>
              </a:rPr>
              <a:t>)</a:t>
            </a:r>
            <a:r>
              <a:rPr lang="zh-TW" altLang="en-US" sz="1200" dirty="0">
                <a:latin typeface="MS Gothic" panose="020B0609070205080204" pitchFamily="49" charset="-128"/>
                <a:ea typeface="MS Gothic" panose="020B0609070205080204" pitchFamily="49" charset="-128"/>
              </a:rPr>
              <a:t>、筷子</a:t>
            </a:r>
            <a:r>
              <a:rPr lang="en-US" altLang="zh-TW" sz="1200" dirty="0">
                <a:latin typeface="MS Gothic" panose="020B0609070205080204" pitchFamily="49" charset="-128"/>
                <a:ea typeface="MS Gothic" panose="020B0609070205080204" pitchFamily="49" charset="-128"/>
              </a:rPr>
              <a:t>20</a:t>
            </a:r>
            <a:r>
              <a:rPr lang="zh-TW" altLang="en-US" sz="1200" dirty="0">
                <a:latin typeface="MS Gothic" panose="020B0609070205080204" pitchFamily="49" charset="-128"/>
                <a:ea typeface="MS Gothic" panose="020B0609070205080204" pitchFamily="49" charset="-128"/>
              </a:rPr>
              <a:t>雙</a:t>
            </a:r>
            <a:endParaRPr lang="en-US" altLang="zh-TW" sz="1200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endParaRPr lang="en-US" altLang="zh-TW" sz="1200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endParaRPr lang="en-US" altLang="zh-TW" sz="1200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zh-TW" altLang="en-US" sz="1200" dirty="0">
                <a:latin typeface="MS Gothic" panose="020B0609070205080204" pitchFamily="49" charset="-128"/>
                <a:ea typeface="MS Gothic" panose="020B0609070205080204" pitchFamily="49" charset="-128"/>
              </a:rPr>
              <a:t>保鮮膜、苦茶</a:t>
            </a:r>
            <a:endParaRPr lang="en-US" altLang="zh-TW" sz="1200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rio template">
  <a:themeElements>
    <a:clrScheme name="Custom 347">
      <a:dk1>
        <a:srgbClr val="2B3547"/>
      </a:dk1>
      <a:lt1>
        <a:srgbClr val="FFFFFF"/>
      </a:lt1>
      <a:dk2>
        <a:srgbClr val="7F8B91"/>
      </a:dk2>
      <a:lt2>
        <a:srgbClr val="EDF0EB"/>
      </a:lt2>
      <a:accent1>
        <a:srgbClr val="AEE25A"/>
      </a:accent1>
      <a:accent2>
        <a:srgbClr val="51C026"/>
      </a:accent2>
      <a:accent3>
        <a:srgbClr val="5DDBA7"/>
      </a:accent3>
      <a:accent4>
        <a:srgbClr val="29AFA2"/>
      </a:accent4>
      <a:accent5>
        <a:srgbClr val="809DC2"/>
      </a:accent5>
      <a:accent6>
        <a:srgbClr val="596885"/>
      </a:accent6>
      <a:hlink>
        <a:srgbClr val="52AC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370</Words>
  <Application>Microsoft Office PowerPoint</Application>
  <PresentationFormat>如螢幕大小 (16:9)</PresentationFormat>
  <Paragraphs>52</Paragraphs>
  <Slides>10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8" baseType="lpstr">
      <vt:lpstr>Amatic SC</vt:lpstr>
      <vt:lpstr>Nunito SemiBold</vt:lpstr>
      <vt:lpstr>Nunito</vt:lpstr>
      <vt:lpstr>微軟正黑體</vt:lpstr>
      <vt:lpstr>Calibri</vt:lpstr>
      <vt:lpstr>MS Gothic</vt:lpstr>
      <vt:lpstr>Arial</vt:lpstr>
      <vt:lpstr>Curio template</vt:lpstr>
      <vt:lpstr>CHALLENGE OF TEAM 第三屆SYC團康遊戲</vt:lpstr>
      <vt:lpstr>PowerPoint 簡報</vt:lpstr>
      <vt:lpstr>心口不一，說一套做一套</vt:lpstr>
      <vt:lpstr>PowerPoint 簡報</vt:lpstr>
      <vt:lpstr>急中生字</vt:lpstr>
      <vt:lpstr>注音聯想篇</vt:lpstr>
      <vt:lpstr>一竿進洞</vt:lpstr>
      <vt:lpstr>PowerPoint 簡報</vt:lpstr>
      <vt:lpstr>懲罰是什麼?</vt:lpstr>
      <vt:lpstr>準備道具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CHALLENGE OF TEAM</dc:title>
  <dc:creator>User</dc:creator>
  <cp:lastModifiedBy>user</cp:lastModifiedBy>
  <cp:revision>18</cp:revision>
  <dcterms:modified xsi:type="dcterms:W3CDTF">2022-10-06T08:39:20Z</dcterms:modified>
</cp:coreProperties>
</file>