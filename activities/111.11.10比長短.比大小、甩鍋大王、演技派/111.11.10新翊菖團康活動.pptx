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52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11/10/2022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11/10/2022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11/10/2022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11/10/2022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11/10/2022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11/10/2022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11/10/2022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11/10/2022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11/10/2022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與說明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11/10/2022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 (含標題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11/10/2022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11/10/2022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11/10/2022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是非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11/10/2022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11/10/2022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11/10/2022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11/10/2022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zh-TW" altLang="en-US" dirty="0" smtClean="0"/>
              <a:t>新翊菖團康活動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ctr"/>
            <a:r>
              <a:rPr lang="zh-TW" altLang="en-US" sz="3600" dirty="0" smtClean="0"/>
              <a:t>主持人：張英洲、吳庭皓</a:t>
            </a:r>
            <a:endParaRPr lang="zh-TW" altLang="en-US" sz="3600" dirty="0"/>
          </a:p>
        </p:txBody>
      </p:sp>
    </p:spTree>
    <p:extLst>
      <p:ext uri="{BB962C8B-B14F-4D97-AF65-F5344CB8AC3E}">
        <p14:creationId xmlns:p14="http://schemas.microsoft.com/office/powerpoint/2010/main" val="34607705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一、比長短、比大小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77333" y="2160589"/>
            <a:ext cx="8867719" cy="3880773"/>
          </a:xfrm>
        </p:spPr>
        <p:txBody>
          <a:bodyPr/>
          <a:lstStyle/>
          <a:p>
            <a:r>
              <a:rPr lang="zh-TW" altLang="en-US" sz="2800" dirty="0" smtClean="0"/>
              <a:t>主持人會提前公佈每一輪要比的項目是什麼，比如說「比長」，每一組就可以提前派出最有把握獲勝的隊員。但是比哪裡長呢？題目可以是很出其不意的，比如說「指甲長」、</a:t>
            </a:r>
            <a:r>
              <a:rPr lang="zh-TW" altLang="en-US" sz="2800" dirty="0"/>
              <a:t> </a:t>
            </a:r>
            <a:r>
              <a:rPr lang="zh-TW" altLang="en-US" sz="2800" dirty="0" smtClean="0"/>
              <a:t>「</a:t>
            </a:r>
            <a:r>
              <a:rPr lang="zh-TW" altLang="en-US" sz="2800" dirty="0"/>
              <a:t>頭髮</a:t>
            </a:r>
            <a:r>
              <a:rPr lang="zh-TW" altLang="en-US" sz="2800" dirty="0" smtClean="0"/>
              <a:t>長」；或是比大也可以是「年紀大」、</a:t>
            </a:r>
            <a:r>
              <a:rPr lang="zh-TW" altLang="en-US" sz="2800" dirty="0"/>
              <a:t> </a:t>
            </a:r>
            <a:r>
              <a:rPr lang="zh-TW" altLang="en-US" sz="2800" dirty="0" smtClean="0"/>
              <a:t>「</a:t>
            </a:r>
            <a:r>
              <a:rPr lang="zh-TW" altLang="en-US" sz="2800" dirty="0"/>
              <a:t>眼睛大</a:t>
            </a:r>
            <a:r>
              <a:rPr lang="zh-TW" altLang="en-US" sz="2800" dirty="0" smtClean="0"/>
              <a:t>」等等。</a:t>
            </a:r>
            <a:endParaRPr lang="en-US" altLang="zh-TW" sz="2800" dirty="0" smtClean="0"/>
          </a:p>
          <a:p>
            <a:r>
              <a:rPr lang="zh-TW" altLang="en-US" sz="2800" dirty="0" smtClean="0"/>
              <a:t>題目分成四大類：比長、比短、比大、比小，每類</a:t>
            </a:r>
            <a:r>
              <a:rPr lang="en-US" altLang="zh-TW" sz="2800" dirty="0" smtClean="0"/>
              <a:t>3</a:t>
            </a:r>
            <a:r>
              <a:rPr lang="zh-TW" altLang="en-US" sz="2800" dirty="0" smtClean="0"/>
              <a:t>題、共</a:t>
            </a:r>
            <a:r>
              <a:rPr lang="en-US" altLang="zh-TW" sz="2800" dirty="0" smtClean="0"/>
              <a:t>12</a:t>
            </a:r>
            <a:r>
              <a:rPr lang="zh-TW" altLang="en-US" sz="2800" dirty="0" smtClean="0"/>
              <a:t>題，分數由名次順序依序為</a:t>
            </a:r>
            <a:r>
              <a:rPr lang="en-US" altLang="zh-TW" sz="2800" dirty="0" smtClean="0"/>
              <a:t>+3</a:t>
            </a:r>
            <a:r>
              <a:rPr lang="zh-TW" altLang="en-US" sz="2800" dirty="0" smtClean="0"/>
              <a:t>、</a:t>
            </a:r>
            <a:r>
              <a:rPr lang="en-US" altLang="zh-TW" sz="2800" dirty="0" smtClean="0"/>
              <a:t>+2</a:t>
            </a:r>
            <a:r>
              <a:rPr lang="zh-TW" altLang="en-US" sz="2800" dirty="0" smtClean="0"/>
              <a:t>、</a:t>
            </a:r>
            <a:r>
              <a:rPr lang="en-US" altLang="zh-TW" sz="2800" dirty="0" smtClean="0"/>
              <a:t>+1</a:t>
            </a:r>
            <a:r>
              <a:rPr lang="zh-TW" altLang="en-US" sz="2800" dirty="0" smtClean="0"/>
              <a:t>、</a:t>
            </a:r>
            <a:r>
              <a:rPr lang="en-US" altLang="zh-TW" sz="2800" dirty="0" smtClean="0"/>
              <a:t>0</a:t>
            </a:r>
            <a:r>
              <a:rPr lang="zh-TW" altLang="en-US" sz="2800" dirty="0" smtClean="0"/>
              <a:t>。</a:t>
            </a:r>
            <a:endParaRPr lang="en-US" altLang="zh-TW" sz="2800" dirty="0" smtClean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7885311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二、甩鍋大王（甩掉便利貼）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zh-TW" altLang="en-US" sz="2800" dirty="0" smtClean="0"/>
              <a:t>每隊派</a:t>
            </a:r>
            <a:r>
              <a:rPr lang="zh-TW" altLang="en-US" sz="2800" dirty="0"/>
              <a:t>代表</a:t>
            </a:r>
            <a:r>
              <a:rPr lang="zh-TW" altLang="en-US" sz="2800" dirty="0" smtClean="0"/>
              <a:t>上前</a:t>
            </a:r>
            <a:r>
              <a:rPr lang="zh-TW" altLang="en-US" sz="2800" dirty="0"/>
              <a:t>，分別在身上黏滿便利</a:t>
            </a:r>
            <a:r>
              <a:rPr lang="zh-TW" altLang="en-US" sz="2800" dirty="0" smtClean="0"/>
              <a:t>貼</a:t>
            </a:r>
            <a:r>
              <a:rPr lang="zh-TW" altLang="en-US" sz="2800" dirty="0"/>
              <a:t>，</a:t>
            </a:r>
            <a:r>
              <a:rPr lang="zh-TW" altLang="en-US" sz="2800" dirty="0" smtClean="0"/>
              <a:t>一</a:t>
            </a:r>
            <a:r>
              <a:rPr lang="zh-TW" altLang="en-US" sz="2800" dirty="0" smtClean="0"/>
              <a:t>人</a:t>
            </a:r>
            <a:r>
              <a:rPr lang="en-US" altLang="zh-TW" sz="2800" dirty="0" smtClean="0"/>
              <a:t>15</a:t>
            </a:r>
            <a:r>
              <a:rPr lang="zh-TW" altLang="en-US" sz="2800" dirty="0" smtClean="0"/>
              <a:t>張</a:t>
            </a:r>
            <a:r>
              <a:rPr lang="zh-TW" altLang="en-US" sz="2800" dirty="0" smtClean="0"/>
              <a:t>、每個部位貼五張、必須分開貼、部位依序為頭部</a:t>
            </a:r>
            <a:r>
              <a:rPr lang="en-US" altLang="zh-TW" sz="2800" dirty="0" smtClean="0"/>
              <a:t>(</a:t>
            </a:r>
            <a:r>
              <a:rPr lang="zh-TW" altLang="en-US" sz="2800" dirty="0" smtClean="0"/>
              <a:t>正反面皆可但不可吹氣</a:t>
            </a:r>
            <a:r>
              <a:rPr lang="en-US" altLang="zh-TW" sz="2800" dirty="0" smtClean="0"/>
              <a:t>)</a:t>
            </a:r>
            <a:r>
              <a:rPr lang="zh-TW" altLang="en-US" sz="2800" dirty="0" smtClean="0"/>
              <a:t>、身體</a:t>
            </a:r>
            <a:r>
              <a:rPr lang="en-US" altLang="zh-TW" sz="2800" dirty="0" smtClean="0"/>
              <a:t>(</a:t>
            </a:r>
            <a:r>
              <a:rPr lang="zh-TW" altLang="en-US" sz="2800" dirty="0" smtClean="0"/>
              <a:t>不分前後</a:t>
            </a:r>
            <a:r>
              <a:rPr lang="en-US" altLang="zh-TW" sz="2800" dirty="0" smtClean="0"/>
              <a:t>)</a:t>
            </a:r>
            <a:r>
              <a:rPr lang="zh-TW" altLang="en-US" sz="2800" dirty="0"/>
              <a:t>、</a:t>
            </a:r>
            <a:r>
              <a:rPr lang="zh-TW" altLang="en-US" sz="2800" dirty="0" smtClean="0"/>
              <a:t>左右手</a:t>
            </a:r>
            <a:r>
              <a:rPr lang="en-US" altLang="zh-TW" sz="2800" dirty="0" smtClean="0"/>
              <a:t>(</a:t>
            </a:r>
            <a:r>
              <a:rPr lang="zh-TW" altLang="en-US" sz="2800" dirty="0" smtClean="0"/>
              <a:t>手腕以上</a:t>
            </a:r>
            <a:r>
              <a:rPr lang="en-US" altLang="zh-TW" sz="2800" dirty="0" smtClean="0"/>
              <a:t>)</a:t>
            </a:r>
            <a:r>
              <a:rPr lang="zh-TW" altLang="en-US" sz="2800" dirty="0" smtClean="0"/>
              <a:t>、左右腳</a:t>
            </a:r>
            <a:r>
              <a:rPr lang="en-US" altLang="zh-TW" sz="2800" dirty="0" smtClean="0"/>
              <a:t>(</a:t>
            </a:r>
            <a:r>
              <a:rPr lang="zh-TW" altLang="en-US" sz="2800" dirty="0" smtClean="0"/>
              <a:t>腳踝以上、只能貼大小腿</a:t>
            </a:r>
            <a:r>
              <a:rPr lang="en-US" altLang="zh-TW" sz="2800" dirty="0" smtClean="0"/>
              <a:t>)</a:t>
            </a:r>
            <a:r>
              <a:rPr lang="zh-TW" altLang="en-US" sz="2800" dirty="0" smtClean="0"/>
              <a:t>，</a:t>
            </a:r>
            <a:r>
              <a:rPr lang="zh-TW" altLang="en-US" sz="2800" dirty="0"/>
              <a:t>主持人會開始</a:t>
            </a:r>
            <a:r>
              <a:rPr lang="zh-TW" altLang="en-US" sz="2800" dirty="0" smtClean="0"/>
              <a:t>計時。計時</a:t>
            </a:r>
            <a:r>
              <a:rPr lang="en-US" altLang="zh-TW" sz="2800" dirty="0" smtClean="0"/>
              <a:t>30</a:t>
            </a:r>
            <a:r>
              <a:rPr lang="zh-TW" altLang="en-US" sz="2800" dirty="0" smtClean="0"/>
              <a:t>秒。</a:t>
            </a:r>
            <a:endParaRPr lang="zh-TW" altLang="en-US" sz="2800" dirty="0"/>
          </a:p>
          <a:p>
            <a:r>
              <a:rPr lang="zh-TW" altLang="en-US" sz="2800" dirty="0"/>
              <a:t>參加者需要在限時內盡可能甩掉身上的便利貼，時間結束後，誰身上留下的數量最少就獲勝。</a:t>
            </a:r>
          </a:p>
        </p:txBody>
      </p:sp>
    </p:spTree>
    <p:extLst>
      <p:ext uri="{BB962C8B-B14F-4D97-AF65-F5344CB8AC3E}">
        <p14:creationId xmlns:p14="http://schemas.microsoft.com/office/powerpoint/2010/main" val="29463259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三、演技派</a:t>
            </a:r>
            <a:r>
              <a:rPr lang="en-US" altLang="zh-TW" dirty="0" smtClean="0"/>
              <a:t>(</a:t>
            </a:r>
            <a:r>
              <a:rPr lang="zh-TW" altLang="en-US" dirty="0" smtClean="0"/>
              <a:t>自相殘殺</a:t>
            </a:r>
            <a:r>
              <a:rPr lang="en-US" altLang="zh-TW" dirty="0" smtClean="0"/>
              <a:t>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sz="2800" dirty="0"/>
              <a:t>以組為單位、每</a:t>
            </a:r>
            <a:r>
              <a:rPr lang="zh-TW" altLang="en-US" sz="2800" dirty="0" smtClean="0"/>
              <a:t>個人同時喝</a:t>
            </a:r>
            <a:r>
              <a:rPr lang="zh-TW" altLang="en-US" sz="2800" dirty="0"/>
              <a:t>一口</a:t>
            </a:r>
            <a:r>
              <a:rPr lang="zh-TW" altLang="en-US" sz="2800" dirty="0" smtClean="0"/>
              <a:t>飲料</a:t>
            </a:r>
            <a:r>
              <a:rPr lang="en-US" altLang="zh-TW" sz="2800" dirty="0" smtClean="0"/>
              <a:t>(</a:t>
            </a:r>
            <a:r>
              <a:rPr lang="zh-TW" altLang="en-US" sz="2800" dirty="0" smtClean="0"/>
              <a:t>自相殘殺就是各組自行猜拳輸得喝特殊飲料</a:t>
            </a:r>
            <a:r>
              <a:rPr lang="en-US" altLang="zh-TW" sz="2800" dirty="0" smtClean="0"/>
              <a:t>)</a:t>
            </a:r>
            <a:r>
              <a:rPr lang="zh-TW" altLang="en-US" sz="2800" dirty="0" smtClean="0"/>
              <a:t>，</a:t>
            </a:r>
            <a:r>
              <a:rPr lang="zh-TW" altLang="en-US" sz="2800" dirty="0"/>
              <a:t>讓大家猜誰是喝到那</a:t>
            </a:r>
            <a:r>
              <a:rPr lang="zh-TW" altLang="en-US" sz="2800" dirty="0" smtClean="0"/>
              <a:t>杯特殊飲料</a:t>
            </a:r>
            <a:r>
              <a:rPr lang="zh-TW" altLang="en-US" sz="2800" dirty="0"/>
              <a:t>的人</a:t>
            </a:r>
            <a:r>
              <a:rPr lang="zh-TW" altLang="en-US" sz="2800" dirty="0" smtClean="0"/>
              <a:t>，猜贏的一張票得</a:t>
            </a:r>
            <a:r>
              <a:rPr lang="en-US" altLang="zh-TW" sz="2800" dirty="0" smtClean="0"/>
              <a:t>1</a:t>
            </a:r>
            <a:r>
              <a:rPr lang="zh-TW" altLang="en-US" sz="2800" dirty="0" smtClean="0"/>
              <a:t>分，如果都沒有猜到，演的那組得</a:t>
            </a:r>
            <a:r>
              <a:rPr lang="en-US" altLang="zh-TW" sz="2800" dirty="0"/>
              <a:t>3</a:t>
            </a:r>
            <a:r>
              <a:rPr lang="zh-TW" altLang="en-US" sz="2800" dirty="0" smtClean="0"/>
              <a:t>分，以總積分來分名次。嚴禁打散</a:t>
            </a:r>
            <a:r>
              <a:rPr lang="en-US" altLang="zh-TW" sz="2800" dirty="0" smtClean="0"/>
              <a:t>BUG</a:t>
            </a:r>
            <a:r>
              <a:rPr lang="zh-TW" altLang="en-US" sz="2800" dirty="0" smtClean="0"/>
              <a:t>，最多只能分散猜二人，每組有</a:t>
            </a:r>
            <a:r>
              <a:rPr lang="en-US" altLang="zh-TW" sz="2800" dirty="0" smtClean="0"/>
              <a:t>5</a:t>
            </a:r>
            <a:r>
              <a:rPr lang="zh-TW" altLang="en-US" sz="2800" dirty="0" smtClean="0"/>
              <a:t>張票，小組自行表決。</a:t>
            </a:r>
            <a:endParaRPr lang="zh-TW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519499640"/>
      </p:ext>
    </p:extLst>
  </p:cSld>
  <p:clrMapOvr>
    <a:masterClrMapping/>
  </p:clrMapOvr>
</p:sld>
</file>

<file path=ppt/theme/theme1.xml><?xml version="1.0" encoding="utf-8"?>
<a:theme xmlns:a="http://schemas.openxmlformats.org/drawingml/2006/main" name="多面向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51</TotalTime>
  <Words>348</Words>
  <Application>Microsoft Office PowerPoint</Application>
  <PresentationFormat>寬螢幕</PresentationFormat>
  <Paragraphs>10</Paragraphs>
  <Slides>4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9" baseType="lpstr">
      <vt:lpstr>微軟正黑體</vt:lpstr>
      <vt:lpstr>Arial</vt:lpstr>
      <vt:lpstr>Trebuchet MS</vt:lpstr>
      <vt:lpstr>Wingdings 3</vt:lpstr>
      <vt:lpstr>多面向</vt:lpstr>
      <vt:lpstr>新翊菖團康活動</vt:lpstr>
      <vt:lpstr>一、比長短、比大小</vt:lpstr>
      <vt:lpstr>二、甩鍋大王（甩掉便利貼）</vt:lpstr>
      <vt:lpstr>三、演技派(自相殘殺)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新翊菖團康活動</dc:title>
  <dc:creator>USER</dc:creator>
  <cp:lastModifiedBy>USER</cp:lastModifiedBy>
  <cp:revision>8</cp:revision>
  <dcterms:created xsi:type="dcterms:W3CDTF">2022-11-05T01:01:16Z</dcterms:created>
  <dcterms:modified xsi:type="dcterms:W3CDTF">2022-11-10T01:22:52Z</dcterms:modified>
</cp:coreProperties>
</file>