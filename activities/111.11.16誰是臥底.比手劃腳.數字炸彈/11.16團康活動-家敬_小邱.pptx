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8" r:id="rId3"/>
    <p:sldId id="259" r:id="rId4"/>
    <p:sldId id="260" r:id="rId5"/>
    <p:sldId id="262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3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2022/11/16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橢圓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2022/11/16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2022/11/16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橢圓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橢圓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t>2022/11/16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內容版面配置區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接點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2022/11/16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內容版面配置區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26" name="內容版面配置區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25" name="橢圓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橢圓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3" name="標題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2022/11/16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2022/11/16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內容版面配置區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0" name="橢圓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橢圓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2022/11/16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線接點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橢圓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橢圓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t>2022/11/16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2022/11/16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橢圓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2022/11/16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2022/11/16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橢圓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橢圓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 smtClean="0">
                <a:solidFill>
                  <a:schemeClr val="tx1"/>
                </a:solidFill>
              </a:rPr>
              <a:t>主持人</a:t>
            </a:r>
            <a:r>
              <a:rPr lang="en-US" altLang="zh-TW" sz="3600" dirty="0" smtClean="0">
                <a:solidFill>
                  <a:schemeClr val="tx1"/>
                </a:solidFill>
              </a:rPr>
              <a:t>:</a:t>
            </a:r>
            <a:r>
              <a:rPr lang="zh-TW" altLang="en-US" sz="3600" dirty="0" smtClean="0">
                <a:solidFill>
                  <a:schemeClr val="tx1"/>
                </a:solidFill>
              </a:rPr>
              <a:t>顏家敬、邱瀚陞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5400" dirty="0" smtClean="0">
                <a:latin typeface="+mj-ea"/>
              </a:rPr>
              <a:t>11/16</a:t>
            </a:r>
            <a:r>
              <a:rPr lang="zh-TW" altLang="en-US" sz="5400" dirty="0" smtClean="0"/>
              <a:t>團康活動</a:t>
            </a:r>
            <a:endParaRPr lang="zh-TW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07521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分組方式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每人抽取一張撲克牌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依據抽到的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花色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♠ ♣ ♡ ♢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進行分組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抽到相同花色的人為同一隊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5489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誰是臥</a:t>
            </a:r>
            <a:r>
              <a:rPr lang="zh-TW" altLang="en-US" dirty="0"/>
              <a:t>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1026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TW" altLang="en-US" dirty="0" smtClean="0">
                <a:solidFill>
                  <a:srgbClr val="0070C0"/>
                </a:solidFill>
              </a:rPr>
              <a:t>玩</a:t>
            </a:r>
            <a:r>
              <a:rPr lang="zh-TW" altLang="en-US" dirty="0">
                <a:solidFill>
                  <a:srgbClr val="0070C0"/>
                </a:solidFill>
              </a:rPr>
              <a:t>法</a:t>
            </a:r>
            <a:r>
              <a:rPr lang="zh-TW" altLang="en-US" dirty="0" smtClean="0">
                <a:solidFill>
                  <a:srgbClr val="0070C0"/>
                </a:solidFill>
              </a:rPr>
              <a:t>：</a:t>
            </a:r>
            <a:endParaRPr lang="en-US" altLang="zh-TW" dirty="0" smtClean="0">
              <a:solidFill>
                <a:srgbClr val="0070C0"/>
              </a:solidFill>
            </a:endParaRPr>
          </a:p>
          <a:p>
            <a:pPr marL="0" indent="0">
              <a:lnSpc>
                <a:spcPts val="2800"/>
              </a:lnSpc>
              <a:buNone/>
            </a:pPr>
            <a:r>
              <a:rPr lang="en-US" altLang="zh-TW" dirty="0" smtClean="0"/>
              <a:t>‧</a:t>
            </a:r>
            <a:r>
              <a:rPr lang="zh-TW" altLang="en-US" dirty="0" smtClean="0"/>
              <a:t>每隊指派</a:t>
            </a:r>
            <a:r>
              <a:rPr lang="en-US" altLang="zh-TW" dirty="0" smtClean="0"/>
              <a:t>2</a:t>
            </a:r>
            <a:r>
              <a:rPr lang="zh-TW" altLang="en-US" dirty="0" smtClean="0"/>
              <a:t>名隊員到場上，場上總計</a:t>
            </a:r>
            <a:r>
              <a:rPr lang="en-US" altLang="zh-TW" dirty="0" smtClean="0"/>
              <a:t>8</a:t>
            </a:r>
            <a:r>
              <a:rPr lang="zh-TW" altLang="en-US" dirty="0" smtClean="0"/>
              <a:t>人</a:t>
            </a:r>
            <a:endParaRPr lang="en-US" altLang="zh-TW" dirty="0" smtClean="0"/>
          </a:p>
          <a:p>
            <a:pPr marL="0" indent="0">
              <a:lnSpc>
                <a:spcPts val="2800"/>
              </a:lnSpc>
              <a:buNone/>
            </a:pPr>
            <a:r>
              <a:rPr lang="en-US" altLang="zh-TW" dirty="0" smtClean="0"/>
              <a:t>‧</a:t>
            </a:r>
            <a:r>
              <a:rPr lang="zh-TW" altLang="en-US" dirty="0" smtClean="0"/>
              <a:t>主持人</a:t>
            </a:r>
            <a:r>
              <a:rPr lang="zh-TW" altLang="en-US" dirty="0"/>
              <a:t>提供題目後</a:t>
            </a:r>
            <a:r>
              <a:rPr lang="zh-TW" altLang="en-US" dirty="0" smtClean="0"/>
              <a:t>，場上</a:t>
            </a:r>
            <a:r>
              <a:rPr lang="en-US" altLang="zh-TW" dirty="0" smtClean="0"/>
              <a:t>8</a:t>
            </a:r>
            <a:r>
              <a:rPr lang="zh-TW" altLang="en-US" dirty="0" smtClean="0"/>
              <a:t>人同時</a:t>
            </a:r>
            <a:r>
              <a:rPr lang="zh-TW" altLang="en-US" dirty="0" smtClean="0"/>
              <a:t>看卡片上的題目</a:t>
            </a:r>
            <a:endParaRPr lang="en-US" altLang="zh-TW" dirty="0" smtClean="0"/>
          </a:p>
          <a:p>
            <a:pPr marL="0" indent="0">
              <a:lnSpc>
                <a:spcPts val="2800"/>
              </a:lnSpc>
              <a:buNone/>
            </a:pPr>
            <a:r>
              <a:rPr lang="en-US" altLang="zh-TW" dirty="0"/>
              <a:t>‧</a:t>
            </a:r>
            <a:r>
              <a:rPr lang="zh-TW" altLang="en-US" dirty="0" smtClean="0"/>
              <a:t>其中</a:t>
            </a:r>
            <a:r>
              <a:rPr lang="en-US" altLang="zh-TW" dirty="0" smtClean="0"/>
              <a:t>2</a:t>
            </a:r>
            <a:r>
              <a:rPr lang="zh-TW" altLang="en-US" dirty="0" smtClean="0"/>
              <a:t>張卡片為為</a:t>
            </a:r>
            <a:r>
              <a:rPr lang="zh-TW" altLang="en-US" b="1" dirty="0" smtClean="0">
                <a:solidFill>
                  <a:srgbClr val="FF0000"/>
                </a:solidFill>
              </a:rPr>
              <a:t>白牌</a:t>
            </a:r>
            <a:r>
              <a:rPr lang="zh-TW" altLang="en-US" dirty="0" smtClean="0"/>
              <a:t>，及</a:t>
            </a:r>
            <a:r>
              <a:rPr lang="zh-TW" altLang="en-US" dirty="0" smtClean="0"/>
              <a:t>與題目相似但不同</a:t>
            </a:r>
            <a:r>
              <a:rPr lang="zh-TW" altLang="en-US" dirty="0" smtClean="0"/>
              <a:t>的</a:t>
            </a:r>
            <a:r>
              <a:rPr lang="en-US" altLang="zh-TW" dirty="0" smtClean="0"/>
              <a:t>2</a:t>
            </a:r>
            <a:r>
              <a:rPr lang="zh-TW" altLang="en-US" dirty="0" smtClean="0"/>
              <a:t>張</a:t>
            </a:r>
            <a:endParaRPr lang="en-US" altLang="zh-TW" dirty="0" smtClean="0"/>
          </a:p>
          <a:p>
            <a:pPr marL="0" indent="0">
              <a:lnSpc>
                <a:spcPts val="2800"/>
              </a:lnSpc>
              <a:buNone/>
            </a:pPr>
            <a:r>
              <a:rPr lang="zh-TW" altLang="en-US" dirty="0"/>
              <a:t> </a:t>
            </a:r>
            <a:r>
              <a:rPr lang="zh-TW" altLang="en-US" dirty="0" smtClean="0"/>
              <a:t>   </a:t>
            </a:r>
            <a:r>
              <a:rPr lang="zh-TW" altLang="en-US" b="1" dirty="0" smtClean="0">
                <a:solidFill>
                  <a:srgbClr val="FF0000"/>
                </a:solidFill>
              </a:rPr>
              <a:t>臥底牌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pPr marL="0" indent="0">
              <a:lnSpc>
                <a:spcPts val="2800"/>
              </a:lnSpc>
              <a:buNone/>
            </a:pPr>
            <a:r>
              <a:rPr lang="en-US" altLang="zh-TW" dirty="0"/>
              <a:t>‧</a:t>
            </a:r>
            <a:r>
              <a:rPr lang="zh-TW" altLang="en-US" dirty="0" smtClean="0"/>
              <a:t>每人</a:t>
            </a:r>
            <a:r>
              <a:rPr lang="zh-TW" altLang="en-US" dirty="0" smtClean="0"/>
              <a:t>有</a:t>
            </a:r>
            <a:r>
              <a:rPr lang="en-US" altLang="zh-TW" dirty="0" smtClean="0"/>
              <a:t>10</a:t>
            </a:r>
            <a:r>
              <a:rPr lang="zh-TW" altLang="en-US" dirty="0"/>
              <a:t>秒時間</a:t>
            </a:r>
            <a:r>
              <a:rPr lang="zh-TW" altLang="en-US" dirty="0" smtClean="0"/>
              <a:t>，用一句話形容</a:t>
            </a:r>
            <a:r>
              <a:rPr lang="zh-TW" altLang="en-US" dirty="0" smtClean="0"/>
              <a:t>手上的題目，但</a:t>
            </a:r>
            <a:r>
              <a:rPr lang="zh-TW" altLang="en-US" b="1" dirty="0" smtClean="0">
                <a:solidFill>
                  <a:srgbClr val="FF0000"/>
                </a:solidFill>
              </a:rPr>
              <a:t>不能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pPr marL="0" indent="0">
              <a:lnSpc>
                <a:spcPts val="2800"/>
              </a:lnSpc>
              <a:buNone/>
            </a:pP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zh-TW" altLang="en-US" b="1" dirty="0" smtClean="0">
                <a:solidFill>
                  <a:srgbClr val="FF0000"/>
                </a:solidFill>
              </a:rPr>
              <a:t>   </a:t>
            </a:r>
            <a:r>
              <a:rPr lang="zh-TW" altLang="en-US" b="1" dirty="0" smtClean="0">
                <a:solidFill>
                  <a:srgbClr val="FF0000"/>
                </a:solidFill>
              </a:rPr>
              <a:t>直接</a:t>
            </a:r>
            <a:r>
              <a:rPr lang="zh-TW" altLang="en-US" b="1" dirty="0" smtClean="0">
                <a:solidFill>
                  <a:srgbClr val="FF0000"/>
                </a:solidFill>
              </a:rPr>
              <a:t>讀出</a:t>
            </a:r>
            <a:r>
              <a:rPr lang="zh-TW" altLang="en-US" b="1" dirty="0" smtClean="0">
                <a:solidFill>
                  <a:srgbClr val="FF0000"/>
                </a:solidFill>
              </a:rPr>
              <a:t>題目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pPr marL="0" indent="0">
              <a:lnSpc>
                <a:spcPts val="2800"/>
              </a:lnSpc>
              <a:buNone/>
            </a:pPr>
            <a:r>
              <a:rPr lang="en-US" altLang="zh-TW" dirty="0"/>
              <a:t>‧</a:t>
            </a:r>
            <a:r>
              <a:rPr lang="zh-TW" altLang="en-US" dirty="0" smtClean="0"/>
              <a:t>每一</a:t>
            </a:r>
            <a:r>
              <a:rPr lang="zh-TW" altLang="en-US" dirty="0" smtClean="0"/>
              <a:t>輪結束後把一人投票出局，直到臥底跟白</a:t>
            </a:r>
            <a:r>
              <a:rPr lang="zh-TW" altLang="en-US" dirty="0" smtClean="0"/>
              <a:t>牌全部</a:t>
            </a:r>
            <a:endParaRPr lang="en-US" altLang="zh-TW" dirty="0" smtClean="0"/>
          </a:p>
          <a:p>
            <a:pPr marL="0" indent="0">
              <a:lnSpc>
                <a:spcPts val="2800"/>
              </a:lnSpc>
              <a:buNone/>
            </a:pPr>
            <a:r>
              <a:rPr lang="zh-TW" altLang="en-US" dirty="0"/>
              <a:t> </a:t>
            </a:r>
            <a:r>
              <a:rPr lang="zh-TW" altLang="en-US" dirty="0" smtClean="0"/>
              <a:t>   </a:t>
            </a:r>
            <a:r>
              <a:rPr lang="zh-TW" altLang="en-US" dirty="0" smtClean="0"/>
              <a:t>出局</a:t>
            </a:r>
            <a:r>
              <a:rPr lang="zh-TW" altLang="en-US" dirty="0" smtClean="0"/>
              <a:t>，則為好人獲勝，反之如果臥底數量</a:t>
            </a:r>
            <a:r>
              <a:rPr lang="zh-TW" altLang="en-US" dirty="0" smtClean="0"/>
              <a:t>跟</a:t>
            </a:r>
            <a:endParaRPr lang="en-US" altLang="zh-TW" dirty="0" smtClean="0"/>
          </a:p>
          <a:p>
            <a:pPr marL="0" indent="0">
              <a:lnSpc>
                <a:spcPts val="2800"/>
              </a:lnSpc>
              <a:buNone/>
            </a:pPr>
            <a:r>
              <a:rPr lang="zh-TW" altLang="en-US" dirty="0"/>
              <a:t> </a:t>
            </a:r>
            <a:r>
              <a:rPr lang="zh-TW" altLang="en-US" dirty="0" smtClean="0"/>
              <a:t>   </a:t>
            </a:r>
            <a:r>
              <a:rPr lang="zh-TW" altLang="en-US" dirty="0" smtClean="0"/>
              <a:t>好人</a:t>
            </a:r>
            <a:r>
              <a:rPr lang="zh-TW" altLang="en-US" dirty="0" smtClean="0"/>
              <a:t>數量一樣時則臥底獲勝。</a:t>
            </a:r>
            <a:endParaRPr lang="en-US" altLang="zh-TW" dirty="0" smtClean="0"/>
          </a:p>
          <a:p>
            <a:pPr marL="0" indent="0">
              <a:lnSpc>
                <a:spcPts val="2800"/>
              </a:lnSpc>
              <a:buNone/>
            </a:pPr>
            <a:r>
              <a:rPr lang="en-US" altLang="zh-TW" dirty="0"/>
              <a:t>‧</a:t>
            </a:r>
            <a:r>
              <a:rPr lang="zh-TW" altLang="en-US" dirty="0" smtClean="0"/>
              <a:t>好人</a:t>
            </a:r>
            <a:r>
              <a:rPr lang="zh-TW" altLang="en-US" dirty="0" smtClean="0"/>
              <a:t>勝利每人得</a:t>
            </a:r>
            <a:r>
              <a:rPr lang="en-US" altLang="zh-TW" dirty="0" smtClean="0"/>
              <a:t>1</a:t>
            </a:r>
            <a:r>
              <a:rPr lang="zh-TW" altLang="en-US" dirty="0" smtClean="0"/>
              <a:t>分，臥底獲勝每人得</a:t>
            </a:r>
            <a:r>
              <a:rPr lang="en-US" altLang="zh-TW" dirty="0" smtClean="0"/>
              <a:t>3</a:t>
            </a:r>
            <a:r>
              <a:rPr lang="zh-TW" altLang="en-US" dirty="0" smtClean="0"/>
              <a:t>分。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929181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 smtClean="0"/>
              <a:t>比手畫腳</a:t>
            </a:r>
            <a:r>
              <a:rPr lang="zh-TW" altLang="en-US" dirty="0" smtClean="0"/>
              <a:t>，</a:t>
            </a:r>
            <a:r>
              <a:rPr lang="zh-TW" altLang="en-US" b="1" dirty="0" smtClean="0"/>
              <a:t>有口難言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2800"/>
              </a:lnSpc>
              <a:buNone/>
            </a:pPr>
            <a:r>
              <a:rPr lang="zh-TW" altLang="en-US" dirty="0">
                <a:solidFill>
                  <a:srgbClr val="0070C0"/>
                </a:solidFill>
              </a:rPr>
              <a:t>玩法</a:t>
            </a:r>
            <a:r>
              <a:rPr lang="zh-TW" altLang="en-US" dirty="0" smtClean="0">
                <a:solidFill>
                  <a:srgbClr val="0070C0"/>
                </a:solidFill>
              </a:rPr>
              <a:t>：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‧</a:t>
            </a:r>
            <a:r>
              <a:rPr lang="zh-TW" altLang="en-US" dirty="0" smtClean="0"/>
              <a:t>各</a:t>
            </a:r>
            <a:r>
              <a:rPr lang="zh-TW" altLang="en-US" dirty="0"/>
              <a:t>組的參與者</a:t>
            </a:r>
            <a:r>
              <a:rPr lang="zh-TW" altLang="en-US" dirty="0" smtClean="0"/>
              <a:t>輪流</a:t>
            </a:r>
            <a:r>
              <a:rPr lang="zh-TW" altLang="en-US" dirty="0" smtClean="0"/>
              <a:t>派</a:t>
            </a:r>
            <a:r>
              <a:rPr lang="en-US" altLang="zh-TW" dirty="0" smtClean="0"/>
              <a:t>1</a:t>
            </a:r>
            <a:r>
              <a:rPr lang="zh-TW" altLang="en-US" dirty="0" smtClean="0"/>
              <a:t>位</a:t>
            </a:r>
            <a:r>
              <a:rPr lang="zh-TW" altLang="en-US" dirty="0" smtClean="0"/>
              <a:t>組員上台</a:t>
            </a:r>
            <a:r>
              <a:rPr lang="zh-TW" altLang="en-US" dirty="0"/>
              <a:t>表演，在看到題目後，需設法利用手勢、動作等肢體語言讓</a:t>
            </a:r>
            <a:r>
              <a:rPr lang="zh-TW" altLang="en-US" dirty="0" smtClean="0"/>
              <a:t>其他組員猜</a:t>
            </a:r>
            <a:r>
              <a:rPr lang="zh-TW" altLang="en-US" dirty="0"/>
              <a:t>到題目的</a:t>
            </a:r>
            <a:r>
              <a:rPr lang="zh-TW" altLang="en-US" dirty="0" smtClean="0"/>
              <a:t>內容。</a:t>
            </a:r>
            <a:endParaRPr lang="en-US" altLang="zh-TW" dirty="0" smtClean="0"/>
          </a:p>
          <a:p>
            <a:pPr marL="0" indent="0">
              <a:lnSpc>
                <a:spcPts val="2800"/>
              </a:lnSpc>
              <a:buNone/>
            </a:pPr>
            <a:r>
              <a:rPr lang="zh-TW" altLang="en-US" dirty="0" smtClean="0"/>
              <a:t>若</a:t>
            </a:r>
            <a:r>
              <a:rPr lang="zh-TW" altLang="en-US" dirty="0"/>
              <a:t>有人猜對</a:t>
            </a:r>
            <a:r>
              <a:rPr lang="zh-TW" altLang="en-US" dirty="0" smtClean="0"/>
              <a:t>，該組</a:t>
            </a:r>
            <a:r>
              <a:rPr lang="zh-TW" altLang="en-US" dirty="0"/>
              <a:t>即可</a:t>
            </a:r>
            <a:r>
              <a:rPr lang="zh-TW" altLang="en-US" dirty="0" smtClean="0"/>
              <a:t>得分，每組</a:t>
            </a:r>
            <a:r>
              <a:rPr lang="en-US" altLang="zh-TW" dirty="0" smtClean="0"/>
              <a:t>10</a:t>
            </a:r>
            <a:r>
              <a:rPr lang="zh-TW" altLang="en-US" dirty="0" smtClean="0"/>
              <a:t>題</a:t>
            </a:r>
            <a:r>
              <a:rPr lang="zh-TW" altLang="en-US" dirty="0" smtClean="0"/>
              <a:t>，</a:t>
            </a:r>
            <a:r>
              <a:rPr lang="zh-TW" altLang="en-US" dirty="0"/>
              <a:t>計時</a:t>
            </a:r>
            <a:r>
              <a:rPr lang="en-US" altLang="zh-TW" dirty="0" smtClean="0"/>
              <a:t>3</a:t>
            </a:r>
            <a:r>
              <a:rPr lang="zh-TW" altLang="en-US" dirty="0" smtClean="0"/>
              <a:t>分</a:t>
            </a:r>
            <a:r>
              <a:rPr lang="zh-TW" altLang="en-US" dirty="0"/>
              <a:t>鍾內猜到最多的一組獲勝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>
              <a:lnSpc>
                <a:spcPts val="2800"/>
              </a:lnSpc>
            </a:pPr>
            <a:r>
              <a:rPr lang="zh-TW" altLang="en-US" dirty="0"/>
              <a:t>外語題：允許做</a:t>
            </a:r>
            <a:r>
              <a:rPr lang="zh-TW" altLang="en-US" b="1" dirty="0">
                <a:solidFill>
                  <a:srgbClr val="FF0000"/>
                </a:solidFill>
              </a:rPr>
              <a:t>動作</a:t>
            </a:r>
            <a:r>
              <a:rPr lang="zh-TW" altLang="en-US" dirty="0"/>
              <a:t>和</a:t>
            </a:r>
            <a:r>
              <a:rPr lang="zh-TW" altLang="en-US" b="1" dirty="0">
                <a:solidFill>
                  <a:srgbClr val="FF0000"/>
                </a:solidFill>
              </a:rPr>
              <a:t>說話</a:t>
            </a:r>
            <a:r>
              <a:rPr lang="zh-TW" altLang="en-US" dirty="0"/>
              <a:t>，但說話時只能用題目指定的語言。</a:t>
            </a:r>
          </a:p>
          <a:p>
            <a:pPr>
              <a:lnSpc>
                <a:spcPts val="2800"/>
              </a:lnSpc>
            </a:pPr>
            <a:r>
              <a:rPr lang="zh-TW" altLang="en-US" dirty="0"/>
              <a:t>音樂題：以</a:t>
            </a:r>
            <a:r>
              <a:rPr lang="zh-TW" altLang="en-US" b="1" dirty="0">
                <a:solidFill>
                  <a:srgbClr val="FF0000"/>
                </a:solidFill>
              </a:rPr>
              <a:t>歌唱</a:t>
            </a:r>
            <a:r>
              <a:rPr lang="zh-TW" altLang="en-US" dirty="0"/>
              <a:t>代替說話，多在猜歌手或歌名的時候出現。</a:t>
            </a:r>
          </a:p>
          <a:p>
            <a:pPr>
              <a:lnSpc>
                <a:spcPts val="2800"/>
              </a:lnSpc>
            </a:pPr>
            <a:r>
              <a:rPr lang="zh-TW" altLang="en-US" dirty="0"/>
              <a:t>動作題：</a:t>
            </a:r>
            <a:r>
              <a:rPr lang="zh-TW" altLang="en-US" b="1" dirty="0">
                <a:solidFill>
                  <a:srgbClr val="FF0000"/>
                </a:solidFill>
              </a:rPr>
              <a:t>不能發出聲音</a:t>
            </a:r>
            <a:r>
              <a:rPr lang="zh-TW" altLang="en-US" dirty="0"/>
              <a:t>，只可以透過動作傳情達意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37333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數字炸彈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>
                <a:solidFill>
                  <a:srgbClr val="0070C0"/>
                </a:solidFill>
              </a:rPr>
              <a:t>玩法</a:t>
            </a:r>
            <a:r>
              <a:rPr lang="zh-TW" altLang="en-US" dirty="0" smtClean="0">
                <a:solidFill>
                  <a:srgbClr val="0070C0"/>
                </a:solidFill>
              </a:rPr>
              <a:t>：</a:t>
            </a:r>
            <a:endParaRPr lang="en-US" altLang="zh-TW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TW" dirty="0"/>
              <a:t>‧</a:t>
            </a:r>
            <a:r>
              <a:rPr lang="zh-TW" altLang="en-US" dirty="0" smtClean="0"/>
              <a:t>各組各指派</a:t>
            </a:r>
            <a:r>
              <a:rPr lang="en-US" altLang="zh-TW" dirty="0" smtClean="0"/>
              <a:t>2 </a:t>
            </a:r>
            <a:r>
              <a:rPr lang="zh-TW" altLang="en-US" dirty="0" smtClean="0"/>
              <a:t>人上場作為參賽者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‧</a:t>
            </a:r>
            <a:r>
              <a:rPr lang="zh-TW" altLang="en-US" dirty="0" smtClean="0"/>
              <a:t>第一</a:t>
            </a:r>
            <a:r>
              <a:rPr lang="zh-TW" altLang="en-US" dirty="0" smtClean="0"/>
              <a:t>個人從</a:t>
            </a:r>
            <a:r>
              <a:rPr lang="en-US" altLang="zh-TW" dirty="0" smtClean="0"/>
              <a:t>1</a:t>
            </a:r>
            <a:r>
              <a:rPr lang="zh-TW" altLang="en-US" dirty="0" smtClean="0"/>
              <a:t>開始</a:t>
            </a:r>
            <a:r>
              <a:rPr lang="zh-TW" altLang="en-US" dirty="0" smtClean="0"/>
              <a:t>報數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‧</a:t>
            </a:r>
            <a:r>
              <a:rPr lang="zh-TW" altLang="en-US" dirty="0" smtClean="0"/>
              <a:t>輪到自己時，如果是</a:t>
            </a:r>
            <a:r>
              <a:rPr lang="en-US" altLang="zh-TW" dirty="0" smtClean="0">
                <a:solidFill>
                  <a:srgbClr val="FF0000"/>
                </a:solidFill>
              </a:rPr>
              <a:t>3</a:t>
            </a:r>
            <a:r>
              <a:rPr lang="zh-TW" altLang="en-US" dirty="0" smtClean="0">
                <a:solidFill>
                  <a:srgbClr val="FF0000"/>
                </a:solidFill>
              </a:rPr>
              <a:t>的倍數</a:t>
            </a:r>
            <a:r>
              <a:rPr lang="zh-TW" altLang="en-US" dirty="0" smtClean="0"/>
              <a:t>不能</a:t>
            </a:r>
            <a:r>
              <a:rPr lang="zh-TW" altLang="en-US" dirty="0" smtClean="0"/>
              <a:t>報數字，改喊</a:t>
            </a:r>
            <a:r>
              <a:rPr lang="en-US" altLang="zh-TW" dirty="0" smtClean="0"/>
              <a:t>”</a:t>
            </a:r>
            <a:r>
              <a:rPr lang="zh-TW" altLang="en-US" dirty="0" smtClean="0">
                <a:solidFill>
                  <a:srgbClr val="FF0000"/>
                </a:solidFill>
              </a:rPr>
              <a:t>磅</a:t>
            </a:r>
            <a:r>
              <a:rPr lang="en-US" altLang="zh-TW" dirty="0" smtClean="0"/>
              <a:t>”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‧</a:t>
            </a:r>
            <a:r>
              <a:rPr lang="zh-TW" altLang="en-US" dirty="0" smtClean="0"/>
              <a:t>報到</a:t>
            </a:r>
            <a:r>
              <a:rPr lang="en-US" altLang="zh-TW" dirty="0" smtClean="0">
                <a:solidFill>
                  <a:srgbClr val="FF0000"/>
                </a:solidFill>
              </a:rPr>
              <a:t>11</a:t>
            </a:r>
            <a:r>
              <a:rPr lang="zh-TW" altLang="en-US" dirty="0" smtClean="0"/>
              <a:t>，</a:t>
            </a:r>
            <a:r>
              <a:rPr lang="en-US" altLang="zh-TW" dirty="0" smtClean="0">
                <a:solidFill>
                  <a:srgbClr val="FF0000"/>
                </a:solidFill>
              </a:rPr>
              <a:t>22</a:t>
            </a:r>
            <a:r>
              <a:rPr lang="zh-TW" altLang="en-US" dirty="0" smtClean="0"/>
              <a:t>，</a:t>
            </a:r>
            <a:r>
              <a:rPr lang="en-US" altLang="zh-TW" dirty="0" smtClean="0">
                <a:solidFill>
                  <a:srgbClr val="FF0000"/>
                </a:solidFill>
              </a:rPr>
              <a:t>33</a:t>
            </a:r>
            <a:r>
              <a:rPr lang="zh-TW" altLang="en-US" dirty="0" smtClean="0"/>
              <a:t>，</a:t>
            </a:r>
            <a:r>
              <a:rPr lang="en-US" altLang="zh-TW" dirty="0" smtClean="0">
                <a:solidFill>
                  <a:srgbClr val="FF0000"/>
                </a:solidFill>
              </a:rPr>
              <a:t>44</a:t>
            </a:r>
            <a:r>
              <a:rPr lang="zh-TW" altLang="en-US" dirty="0" smtClean="0"/>
              <a:t>時拍手</a:t>
            </a:r>
            <a:r>
              <a:rPr lang="zh-TW" altLang="en-US" dirty="0" smtClean="0"/>
              <a:t>兩下，報錯</a:t>
            </a:r>
            <a:r>
              <a:rPr lang="zh-TW" altLang="en-US" dirty="0" smtClean="0"/>
              <a:t>數字或沒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 </a:t>
            </a:r>
            <a:r>
              <a:rPr lang="zh-TW" altLang="en-US" dirty="0" smtClean="0"/>
              <a:t>   </a:t>
            </a:r>
            <a:r>
              <a:rPr lang="zh-TW" altLang="en-US" dirty="0" smtClean="0"/>
              <a:t>拍</a:t>
            </a:r>
            <a:r>
              <a:rPr lang="zh-TW" altLang="en-US" dirty="0" smtClean="0"/>
              <a:t>到手的人出局，換組員下場繼續。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‧</a:t>
            </a:r>
            <a:r>
              <a:rPr lang="zh-TW" altLang="en-US" dirty="0" smtClean="0"/>
              <a:t>舉例</a:t>
            </a:r>
            <a:r>
              <a:rPr lang="en-US" altLang="zh-TW" dirty="0" smtClean="0"/>
              <a:t>:</a:t>
            </a:r>
            <a:r>
              <a:rPr lang="zh-TW" altLang="en-US" dirty="0" smtClean="0"/>
              <a:t>喊到</a:t>
            </a:r>
            <a:r>
              <a:rPr lang="en-US" altLang="zh-TW" dirty="0" smtClean="0">
                <a:solidFill>
                  <a:srgbClr val="FF0000"/>
                </a:solidFill>
              </a:rPr>
              <a:t>33</a:t>
            </a:r>
            <a:r>
              <a:rPr lang="zh-TW" altLang="en-US" dirty="0" smtClean="0"/>
              <a:t>時，需</a:t>
            </a:r>
            <a:r>
              <a:rPr lang="zh-TW" altLang="en-US" dirty="0" smtClean="0">
                <a:solidFill>
                  <a:srgbClr val="FF0000"/>
                </a:solidFill>
              </a:rPr>
              <a:t>同時拍手兩下並喊</a:t>
            </a:r>
            <a:r>
              <a:rPr lang="en-US" altLang="zh-TW" dirty="0" smtClean="0">
                <a:solidFill>
                  <a:srgbClr val="FF0000"/>
                </a:solidFill>
              </a:rPr>
              <a:t>”</a:t>
            </a:r>
            <a:r>
              <a:rPr lang="zh-TW" altLang="en-US" dirty="0" smtClean="0">
                <a:solidFill>
                  <a:srgbClr val="FF0000"/>
                </a:solidFill>
              </a:rPr>
              <a:t>磅</a:t>
            </a:r>
            <a:r>
              <a:rPr lang="en-US" altLang="zh-TW" dirty="0" smtClean="0">
                <a:solidFill>
                  <a:srgbClr val="FF0000"/>
                </a:solidFill>
              </a:rPr>
              <a:t>”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dirty="0" smtClean="0"/>
              <a:t>註</a:t>
            </a:r>
            <a:r>
              <a:rPr lang="en-US" altLang="zh-TW" dirty="0" smtClean="0"/>
              <a:t>:</a:t>
            </a:r>
            <a:r>
              <a:rPr lang="zh-TW" altLang="en-US" dirty="0" smtClean="0"/>
              <a:t>視</a:t>
            </a:r>
            <a:r>
              <a:rPr lang="zh-TW" altLang="en-US" dirty="0"/>
              <a:t>出局速度</a:t>
            </a:r>
            <a:r>
              <a:rPr lang="zh-TW" altLang="en-US" dirty="0" smtClean="0"/>
              <a:t>，如每位夥伴皆很熟練遲遲無人出局</a:t>
            </a:r>
            <a:r>
              <a:rPr lang="zh-TW" altLang="en-US" dirty="0"/>
              <a:t>，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smtClean="0"/>
              <a:t>      該輪結束後由主持人追加</a:t>
            </a:r>
            <a:r>
              <a:rPr lang="zh-TW" altLang="en-US" smtClean="0"/>
              <a:t>新</a:t>
            </a:r>
            <a:r>
              <a:rPr lang="zh-TW" altLang="en-US" dirty="0" smtClean="0"/>
              <a:t>規則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644685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市鎮">
  <a:themeElements>
    <a:clrScheme name="市鎮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市鎮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市鎮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342</TotalTime>
  <Words>297</Words>
  <Application>Microsoft Office PowerPoint</Application>
  <PresentationFormat>如螢幕大小 (4:3)</PresentationFormat>
  <Paragraphs>37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微軟正黑體</vt:lpstr>
      <vt:lpstr>新細明體</vt:lpstr>
      <vt:lpstr>標楷體</vt:lpstr>
      <vt:lpstr>Georgia</vt:lpstr>
      <vt:lpstr>Wingdings</vt:lpstr>
      <vt:lpstr>Wingdings 2</vt:lpstr>
      <vt:lpstr>市鎮</vt:lpstr>
      <vt:lpstr>11/16團康活動</vt:lpstr>
      <vt:lpstr>分組方式</vt:lpstr>
      <vt:lpstr>誰是臥底</vt:lpstr>
      <vt:lpstr>比手畫腳，有口難言</vt:lpstr>
      <vt:lpstr>數字炸彈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Microsoft 帳戶</cp:lastModifiedBy>
  <cp:revision>20</cp:revision>
  <dcterms:created xsi:type="dcterms:W3CDTF">2022-10-10T01:47:40Z</dcterms:created>
  <dcterms:modified xsi:type="dcterms:W3CDTF">2022-11-16T04:20:35Z</dcterms:modified>
</cp:coreProperties>
</file>